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5143500" cx="9144000"/>
  <p:notesSz cx="6858000" cy="9144000"/>
  <p:embeddedFontLst>
    <p:embeddedFont>
      <p:font typeface="Proxima Nova"/>
      <p:regular r:id="rId21"/>
      <p:bold r:id="rId22"/>
      <p:italic r:id="rId23"/>
      <p:boldItalic r:id="rId24"/>
    </p:embeddedFont>
    <p:embeddedFont>
      <p:font typeface="Roboto Mono"/>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ProximaNova-bold.fntdata"/><Relationship Id="rId21" Type="http://schemas.openxmlformats.org/officeDocument/2006/relationships/font" Target="fonts/ProximaNova-regular.fntdata"/><Relationship Id="rId24" Type="http://schemas.openxmlformats.org/officeDocument/2006/relationships/font" Target="fonts/ProximaNova-boldItalic.fntdata"/><Relationship Id="rId23" Type="http://schemas.openxmlformats.org/officeDocument/2006/relationships/font" Target="fonts/ProximaNova-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Mono-bold.fntdata"/><Relationship Id="rId25" Type="http://schemas.openxmlformats.org/officeDocument/2006/relationships/font" Target="fonts/RobotoMono-regular.fntdata"/><Relationship Id="rId28" Type="http://schemas.openxmlformats.org/officeDocument/2006/relationships/font" Target="fonts/RobotoMono-boldItalic.fntdata"/><Relationship Id="rId27" Type="http://schemas.openxmlformats.org/officeDocument/2006/relationships/font" Target="fonts/RobotoMono-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f762b2bef2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f762b2bef2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f762b2bef2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f762b2bef2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f762b2bef2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f762b2bef2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f762b2bef2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f762b2bef2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f762b2bef2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f762b2bef2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f762b2bef2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f762b2bef2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f762b2bef2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f762b2bef2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f762b2bef2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f762b2bef2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f762b2bef2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f762b2bef2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faba7ac413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faba7ac413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faba7ac413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faba7ac413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The POSIX threads code can be </a:t>
            </a:r>
            <a:r>
              <a:rPr lang="en-GB"/>
              <a:t>synchronized</a:t>
            </a:r>
            <a:r>
              <a:rPr lang="en-GB"/>
              <a:t>, as each thread has a dedicated partition statically defined, as the number of threads is defined beforehand, and you can stitch the output by taking each thread’s output in the order of what range they worked on. OpenMP has a harder time with this, as schedule(dynamic, 1000) assigns work in a queue system, assigning the 1000 number work dynamically to threads, which can be hard to syncronise.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aba7ac413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faba7ac413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faba7ac413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faba7ac413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f7896d2079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f7896d2079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cxnSp>
        <p:nvCxnSpPr>
          <p:cNvPr id="10" name="Google Shape;10;p2"/>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11" name="Google Shape;11;p2"/>
          <p:cNvSpPr txBox="1"/>
          <p:nvPr>
            <p:ph type="ctrTitle"/>
          </p:nvPr>
        </p:nvSpPr>
        <p:spPr>
          <a:xfrm>
            <a:off x="510450" y="1257300"/>
            <a:ext cx="8123100" cy="15885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12" name="Google Shape;12;p2"/>
          <p:cNvSpPr txBox="1"/>
          <p:nvPr>
            <p:ph idx="1" type="subTitle"/>
          </p:nvPr>
        </p:nvSpPr>
        <p:spPr>
          <a:xfrm>
            <a:off x="510450" y="3182313"/>
            <a:ext cx="8123100" cy="630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2400"/>
              <a:buNone/>
              <a:defRPr sz="2400">
                <a:solidFill>
                  <a:schemeClr val="lt1"/>
                </a:solidFill>
              </a:defRPr>
            </a:lvl1pPr>
            <a:lvl2pPr lvl="1">
              <a:lnSpc>
                <a:spcPct val="100000"/>
              </a:lnSpc>
              <a:spcBef>
                <a:spcPts val="0"/>
              </a:spcBef>
              <a:spcAft>
                <a:spcPts val="0"/>
              </a:spcAft>
              <a:buClr>
                <a:schemeClr val="lt1"/>
              </a:buClr>
              <a:buSzPts val="2400"/>
              <a:buNone/>
              <a:defRPr sz="2400">
                <a:solidFill>
                  <a:schemeClr val="lt1"/>
                </a:solidFill>
              </a:defRPr>
            </a:lvl2pPr>
            <a:lvl3pPr lvl="2">
              <a:lnSpc>
                <a:spcPct val="100000"/>
              </a:lnSpc>
              <a:spcBef>
                <a:spcPts val="0"/>
              </a:spcBef>
              <a:spcAft>
                <a:spcPts val="0"/>
              </a:spcAft>
              <a:buClr>
                <a:schemeClr val="lt1"/>
              </a:buClr>
              <a:buSzPts val="2400"/>
              <a:buNone/>
              <a:defRPr sz="2400">
                <a:solidFill>
                  <a:schemeClr val="lt1"/>
                </a:solidFill>
              </a:defRPr>
            </a:lvl3pPr>
            <a:lvl4pPr lvl="3">
              <a:lnSpc>
                <a:spcPct val="100000"/>
              </a:lnSpc>
              <a:spcBef>
                <a:spcPts val="0"/>
              </a:spcBef>
              <a:spcAft>
                <a:spcPts val="0"/>
              </a:spcAft>
              <a:buClr>
                <a:schemeClr val="lt1"/>
              </a:buClr>
              <a:buSzPts val="2400"/>
              <a:buNone/>
              <a:defRPr sz="2400">
                <a:solidFill>
                  <a:schemeClr val="lt1"/>
                </a:solidFill>
              </a:defRPr>
            </a:lvl4pPr>
            <a:lvl5pPr lvl="4">
              <a:lnSpc>
                <a:spcPct val="100000"/>
              </a:lnSpc>
              <a:spcBef>
                <a:spcPts val="0"/>
              </a:spcBef>
              <a:spcAft>
                <a:spcPts val="0"/>
              </a:spcAft>
              <a:buClr>
                <a:schemeClr val="lt1"/>
              </a:buClr>
              <a:buSzPts val="2400"/>
              <a:buNone/>
              <a:defRPr sz="2400">
                <a:solidFill>
                  <a:schemeClr val="lt1"/>
                </a:solidFill>
              </a:defRPr>
            </a:lvl5pPr>
            <a:lvl6pPr lvl="5">
              <a:lnSpc>
                <a:spcPct val="100000"/>
              </a:lnSpc>
              <a:spcBef>
                <a:spcPts val="0"/>
              </a:spcBef>
              <a:spcAft>
                <a:spcPts val="0"/>
              </a:spcAft>
              <a:buClr>
                <a:schemeClr val="lt1"/>
              </a:buClr>
              <a:buSzPts val="2400"/>
              <a:buNone/>
              <a:defRPr sz="2400">
                <a:solidFill>
                  <a:schemeClr val="lt1"/>
                </a:solidFill>
              </a:defRPr>
            </a:lvl6pPr>
            <a:lvl7pPr lvl="6">
              <a:lnSpc>
                <a:spcPct val="100000"/>
              </a:lnSpc>
              <a:spcBef>
                <a:spcPts val="0"/>
              </a:spcBef>
              <a:spcAft>
                <a:spcPts val="0"/>
              </a:spcAft>
              <a:buClr>
                <a:schemeClr val="lt1"/>
              </a:buClr>
              <a:buSzPts val="2400"/>
              <a:buNone/>
              <a:defRPr sz="2400">
                <a:solidFill>
                  <a:schemeClr val="lt1"/>
                </a:solidFill>
              </a:defRPr>
            </a:lvl7pPr>
            <a:lvl8pPr lvl="7">
              <a:lnSpc>
                <a:spcPct val="100000"/>
              </a:lnSpc>
              <a:spcBef>
                <a:spcPts val="0"/>
              </a:spcBef>
              <a:spcAft>
                <a:spcPts val="0"/>
              </a:spcAft>
              <a:buClr>
                <a:schemeClr val="lt1"/>
              </a:buClr>
              <a:buSzPts val="2400"/>
              <a:buNone/>
              <a:defRPr sz="2400">
                <a:solidFill>
                  <a:schemeClr val="lt1"/>
                </a:solidFill>
              </a:defRPr>
            </a:lvl8pPr>
            <a:lvl9pPr lvl="8">
              <a:lnSpc>
                <a:spcPct val="100000"/>
              </a:lnSpc>
              <a:spcBef>
                <a:spcPts val="0"/>
              </a:spcBef>
              <a:spcAft>
                <a:spcPts val="0"/>
              </a:spcAft>
              <a:buClr>
                <a:schemeClr val="lt1"/>
              </a:buClr>
              <a:buSzPts val="2400"/>
              <a:buNone/>
              <a:defRPr sz="2400">
                <a:solidFill>
                  <a:schemeClr val="lt1"/>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4" name="Shape 14"/>
        <p:cNvGrpSpPr/>
        <p:nvPr/>
      </p:nvGrpSpPr>
      <p:grpSpPr>
        <a:xfrm>
          <a:off x="0" y="0"/>
          <a:ext cx="0" cy="0"/>
          <a:chOff x="0" y="0"/>
          <a:chExt cx="0" cy="0"/>
        </a:xfrm>
      </p:grpSpPr>
      <p:cxnSp>
        <p:nvCxnSpPr>
          <p:cNvPr id="15" name="Google Shape;15;p3"/>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16" name="Google Shape;16;p3"/>
          <p:cNvSpPr txBox="1"/>
          <p:nvPr>
            <p:ph type="title"/>
          </p:nvPr>
        </p:nvSpPr>
        <p:spPr>
          <a:xfrm>
            <a:off x="510450" y="2057400"/>
            <a:ext cx="8123100" cy="778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7" name="Google Shape;17;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1" name="Google Shape;21;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 name="Google Shape;22;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 name="Shape 23"/>
        <p:cNvGrpSpPr/>
        <p:nvPr/>
      </p:nvGrpSpPr>
      <p:grpSpPr>
        <a:xfrm>
          <a:off x="0" y="0"/>
          <a:ext cx="0" cy="0"/>
          <a:chOff x="0" y="0"/>
          <a:chExt cx="0" cy="0"/>
        </a:xfrm>
      </p:grpSpPr>
      <p:sp>
        <p:nvSpPr>
          <p:cNvPr id="24" name="Google Shape;24;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5" name="Google Shape;25;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0" name="Google Shape;30;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1" name="Shape 31"/>
        <p:cNvGrpSpPr/>
        <p:nvPr/>
      </p:nvGrpSpPr>
      <p:grpSpPr>
        <a:xfrm>
          <a:off x="0" y="0"/>
          <a:ext cx="0" cy="0"/>
          <a:chOff x="0" y="0"/>
          <a:chExt cx="0" cy="0"/>
        </a:xfrm>
      </p:grpSpPr>
      <p:sp>
        <p:nvSpPr>
          <p:cNvPr id="32" name="Google Shape;32;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3" name="Google Shape;33;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5" name="Shape 35"/>
        <p:cNvGrpSpPr/>
        <p:nvPr/>
      </p:nvGrpSpPr>
      <p:grpSpPr>
        <a:xfrm>
          <a:off x="0" y="0"/>
          <a:ext cx="0" cy="0"/>
          <a:chOff x="0" y="0"/>
          <a:chExt cx="0" cy="0"/>
        </a:xfrm>
      </p:grpSpPr>
      <p:sp>
        <p:nvSpPr>
          <p:cNvPr id="36" name="Google Shape;36;p8"/>
          <p:cNvSpPr txBox="1"/>
          <p:nvPr>
            <p:ph type="title"/>
          </p:nvPr>
        </p:nvSpPr>
        <p:spPr>
          <a:xfrm>
            <a:off x="490250" y="526350"/>
            <a:ext cx="57975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7" name="Google Shape;37;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8" name="Shape 38"/>
        <p:cNvGrpSpPr/>
        <p:nvPr/>
      </p:nvGrpSpPr>
      <p:grpSpPr>
        <a:xfrm>
          <a:off x="0" y="0"/>
          <a:ext cx="0" cy="0"/>
          <a:chOff x="0" y="0"/>
          <a:chExt cx="0" cy="0"/>
        </a:xfrm>
      </p:grpSpPr>
      <p:sp>
        <p:nvSpPr>
          <p:cNvPr id="39" name="Google Shape;39;p9"/>
          <p:cNvSpPr/>
          <p:nvPr/>
        </p:nvSpPr>
        <p:spPr>
          <a:xfrm>
            <a:off x="4572000" y="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 name="Google Shape;40;p9"/>
          <p:cNvCxnSpPr/>
          <p:nvPr/>
        </p:nvCxnSpPr>
        <p:spPr>
          <a:xfrm>
            <a:off x="5029675" y="4495500"/>
            <a:ext cx="468300" cy="0"/>
          </a:xfrm>
          <a:prstGeom prst="straightConnector1">
            <a:avLst/>
          </a:prstGeom>
          <a:noFill/>
          <a:ln cap="flat" cmpd="sng" w="19050">
            <a:solidFill>
              <a:schemeClr val="lt2"/>
            </a:solidFill>
            <a:prstDash val="solid"/>
            <a:round/>
            <a:headEnd len="sm" w="sm" type="none"/>
            <a:tailEnd len="sm" w="sm" type="none"/>
          </a:ln>
        </p:spPr>
      </p:cxnSp>
      <p:sp>
        <p:nvSpPr>
          <p:cNvPr id="41" name="Google Shape;41;p9"/>
          <p:cNvSpPr txBox="1"/>
          <p:nvPr>
            <p:ph type="title"/>
          </p:nvPr>
        </p:nvSpPr>
        <p:spPr>
          <a:xfrm>
            <a:off x="265500" y="1205825"/>
            <a:ext cx="4045200" cy="15096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2" name="Google Shape;42;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4" name="Google Shape;44;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10"/>
          <p:cNvSpPr txBox="1"/>
          <p:nvPr>
            <p:ph idx="1" type="body"/>
          </p:nvPr>
        </p:nvSpPr>
        <p:spPr>
          <a:xfrm>
            <a:off x="311700" y="42368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100"/>
              <a:buNone/>
              <a:defRPr sz="2100"/>
            </a:lvl1pPr>
          </a:lstStyle>
          <a:p/>
        </p:txBody>
      </p:sp>
      <p:sp>
        <p:nvSpPr>
          <p:cNvPr id="47" name="Google Shape;47;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11"/>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11"/>
          <p:cNvSpPr txBox="1"/>
          <p:nvPr>
            <p:ph hasCustomPrompt="1" type="title"/>
          </p:nvPr>
        </p:nvSpPr>
        <p:spPr>
          <a:xfrm>
            <a:off x="311700" y="991475"/>
            <a:ext cx="8520600" cy="19179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14000"/>
              <a:buNone/>
              <a:defRPr b="1" sz="14000"/>
            </a:lvl1pPr>
            <a:lvl2pPr lvl="1" algn="ctr">
              <a:spcBef>
                <a:spcPts val="0"/>
              </a:spcBef>
              <a:spcAft>
                <a:spcPts val="0"/>
              </a:spcAft>
              <a:buSzPts val="14000"/>
              <a:buNone/>
              <a:defRPr b="1" sz="14000"/>
            </a:lvl2pPr>
            <a:lvl3pPr lvl="2" algn="ctr">
              <a:spcBef>
                <a:spcPts val="0"/>
              </a:spcBef>
              <a:spcAft>
                <a:spcPts val="0"/>
              </a:spcAft>
              <a:buSzPts val="14000"/>
              <a:buNone/>
              <a:defRPr b="1" sz="14000"/>
            </a:lvl3pPr>
            <a:lvl4pPr lvl="3" algn="ctr">
              <a:spcBef>
                <a:spcPts val="0"/>
              </a:spcBef>
              <a:spcAft>
                <a:spcPts val="0"/>
              </a:spcAft>
              <a:buSzPts val="14000"/>
              <a:buNone/>
              <a:defRPr b="1" sz="14000"/>
            </a:lvl4pPr>
            <a:lvl5pPr lvl="4" algn="ctr">
              <a:spcBef>
                <a:spcPts val="0"/>
              </a:spcBef>
              <a:spcAft>
                <a:spcPts val="0"/>
              </a:spcAft>
              <a:buSzPts val="14000"/>
              <a:buNone/>
              <a:defRPr b="1" sz="14000"/>
            </a:lvl5pPr>
            <a:lvl6pPr lvl="5" algn="ctr">
              <a:spcBef>
                <a:spcPts val="0"/>
              </a:spcBef>
              <a:spcAft>
                <a:spcPts val="0"/>
              </a:spcAft>
              <a:buSzPts val="14000"/>
              <a:buNone/>
              <a:defRPr b="1" sz="14000"/>
            </a:lvl6pPr>
            <a:lvl7pPr lvl="6" algn="ctr">
              <a:spcBef>
                <a:spcPts val="0"/>
              </a:spcBef>
              <a:spcAft>
                <a:spcPts val="0"/>
              </a:spcAft>
              <a:buSzPts val="14000"/>
              <a:buNone/>
              <a:defRPr b="1" sz="14000"/>
            </a:lvl7pPr>
            <a:lvl8pPr lvl="7" algn="ctr">
              <a:spcBef>
                <a:spcPts val="0"/>
              </a:spcBef>
              <a:spcAft>
                <a:spcPts val="0"/>
              </a:spcAft>
              <a:buSzPts val="14000"/>
              <a:buNone/>
              <a:defRPr b="1" sz="14000"/>
            </a:lvl8pPr>
            <a:lvl9pPr lvl="8" algn="ctr">
              <a:spcBef>
                <a:spcPts val="0"/>
              </a:spcBef>
              <a:spcAft>
                <a:spcPts val="0"/>
              </a:spcAft>
              <a:buSzPts val="14000"/>
              <a:buNone/>
              <a:defRPr b="1" sz="14000"/>
            </a:lvl9pPr>
          </a:lstStyle>
          <a:p>
            <a:r>
              <a:t>xx%</a:t>
            </a:r>
          </a:p>
        </p:txBody>
      </p:sp>
      <p:sp>
        <p:nvSpPr>
          <p:cNvPr id="51" name="Google Shape;51;p11"/>
          <p:cNvSpPr txBox="1"/>
          <p:nvPr>
            <p:ph idx="1" type="body"/>
          </p:nvPr>
        </p:nvSpPr>
        <p:spPr>
          <a:xfrm>
            <a:off x="311700" y="3071300"/>
            <a:ext cx="8520600" cy="901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pearmint">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1pPr>
            <a:lvl2pPr lvl="1">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2pPr>
            <a:lvl3pPr lvl="2">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3pPr>
            <a:lvl4pPr lvl="3">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4pPr>
            <a:lvl5pPr lvl="4">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5pPr>
            <a:lvl6pPr lvl="5">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6pPr>
            <a:lvl7pPr lvl="6">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7pPr>
            <a:lvl8pPr lvl="7">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8pPr>
            <a:lvl9pPr lvl="8">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accent3"/>
              </a:buClr>
              <a:buSzPts val="1800"/>
              <a:buFont typeface="Proxima Nova"/>
              <a:buChar char="●"/>
              <a:defRPr sz="1800">
                <a:solidFill>
                  <a:schemeClr val="accent3"/>
                </a:solidFill>
                <a:latin typeface="Proxima Nova"/>
                <a:ea typeface="Proxima Nova"/>
                <a:cs typeface="Proxima Nova"/>
                <a:sym typeface="Proxima Nova"/>
              </a:defRPr>
            </a:lvl1pPr>
            <a:lvl2pPr indent="-317500" lvl="1" marL="9144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2pPr>
            <a:lvl3pPr indent="-317500" lvl="2" marL="13716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3pPr>
            <a:lvl4pPr indent="-317500" lvl="3" marL="18288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4pPr>
            <a:lvl5pPr indent="-317500" lvl="4" marL="22860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5pPr>
            <a:lvl6pPr indent="-317500" lvl="5" marL="27432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6pPr>
            <a:lvl7pPr indent="-317500" lvl="6" marL="32004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7pPr>
            <a:lvl8pPr indent="-317500" lvl="7" marL="36576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8pPr>
            <a:lvl9pPr indent="-317500" lvl="8" marL="41148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Proxima Nova"/>
                <a:ea typeface="Proxima Nova"/>
                <a:cs typeface="Proxima Nova"/>
                <a:sym typeface="Proxima Nova"/>
              </a:defRPr>
            </a:lvl1pPr>
            <a:lvl2pPr lvl="1" algn="r">
              <a:buNone/>
              <a:defRPr sz="1000">
                <a:solidFill>
                  <a:schemeClr val="dk1"/>
                </a:solidFill>
                <a:latin typeface="Proxima Nova"/>
                <a:ea typeface="Proxima Nova"/>
                <a:cs typeface="Proxima Nova"/>
                <a:sym typeface="Proxima Nova"/>
              </a:defRPr>
            </a:lvl2pPr>
            <a:lvl3pPr lvl="2" algn="r">
              <a:buNone/>
              <a:defRPr sz="1000">
                <a:solidFill>
                  <a:schemeClr val="dk1"/>
                </a:solidFill>
                <a:latin typeface="Proxima Nova"/>
                <a:ea typeface="Proxima Nova"/>
                <a:cs typeface="Proxima Nova"/>
                <a:sym typeface="Proxima Nova"/>
              </a:defRPr>
            </a:lvl3pPr>
            <a:lvl4pPr lvl="3" algn="r">
              <a:buNone/>
              <a:defRPr sz="1000">
                <a:solidFill>
                  <a:schemeClr val="dk1"/>
                </a:solidFill>
                <a:latin typeface="Proxima Nova"/>
                <a:ea typeface="Proxima Nova"/>
                <a:cs typeface="Proxima Nova"/>
                <a:sym typeface="Proxima Nova"/>
              </a:defRPr>
            </a:lvl4pPr>
            <a:lvl5pPr lvl="4" algn="r">
              <a:buNone/>
              <a:defRPr sz="1000">
                <a:solidFill>
                  <a:schemeClr val="dk1"/>
                </a:solidFill>
                <a:latin typeface="Proxima Nova"/>
                <a:ea typeface="Proxima Nova"/>
                <a:cs typeface="Proxima Nova"/>
                <a:sym typeface="Proxima Nova"/>
              </a:defRPr>
            </a:lvl5pPr>
            <a:lvl6pPr lvl="5" algn="r">
              <a:buNone/>
              <a:defRPr sz="1000">
                <a:solidFill>
                  <a:schemeClr val="dk1"/>
                </a:solidFill>
                <a:latin typeface="Proxima Nova"/>
                <a:ea typeface="Proxima Nova"/>
                <a:cs typeface="Proxima Nova"/>
                <a:sym typeface="Proxima Nova"/>
              </a:defRPr>
            </a:lvl6pPr>
            <a:lvl7pPr lvl="6" algn="r">
              <a:buNone/>
              <a:defRPr sz="1000">
                <a:solidFill>
                  <a:schemeClr val="dk1"/>
                </a:solidFill>
                <a:latin typeface="Proxima Nova"/>
                <a:ea typeface="Proxima Nova"/>
                <a:cs typeface="Proxima Nova"/>
                <a:sym typeface="Proxima Nova"/>
              </a:defRPr>
            </a:lvl7pPr>
            <a:lvl8pPr lvl="7" algn="r">
              <a:buNone/>
              <a:defRPr sz="1000">
                <a:solidFill>
                  <a:schemeClr val="dk1"/>
                </a:solidFill>
                <a:latin typeface="Proxima Nova"/>
                <a:ea typeface="Proxima Nova"/>
                <a:cs typeface="Proxima Nova"/>
                <a:sym typeface="Proxima Nova"/>
              </a:defRPr>
            </a:lvl8pPr>
            <a:lvl9pPr lvl="8" algn="r">
              <a:buNone/>
              <a:defRPr sz="1000">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2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4.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2.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8.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1.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8.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6.png"/><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6.png"/><Relationship Id="rId4"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510450" y="1257300"/>
            <a:ext cx="8123100" cy="1588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SzPts val="990"/>
              <a:buNone/>
            </a:pPr>
            <a:r>
              <a:rPr lang="en-GB" sz="4320"/>
              <a:t>FIT3143 Lab 1: </a:t>
            </a:r>
            <a:endParaRPr sz="4320"/>
          </a:p>
          <a:p>
            <a:pPr indent="0" lvl="0" marL="0" rtl="0" algn="l">
              <a:spcBef>
                <a:spcPts val="0"/>
              </a:spcBef>
              <a:spcAft>
                <a:spcPts val="0"/>
              </a:spcAft>
              <a:buSzPts val="990"/>
              <a:buNone/>
            </a:pPr>
            <a:r>
              <a:rPr lang="en-GB" sz="4720"/>
              <a:t>THREADS &amp; OPENMP</a:t>
            </a:r>
            <a:endParaRPr sz="4720"/>
          </a:p>
        </p:txBody>
      </p:sp>
      <p:sp>
        <p:nvSpPr>
          <p:cNvPr id="60" name="Google Shape;60;p13"/>
          <p:cNvSpPr txBox="1"/>
          <p:nvPr>
            <p:ph idx="1" type="subTitle"/>
          </p:nvPr>
        </p:nvSpPr>
        <p:spPr>
          <a:xfrm>
            <a:off x="510450" y="3182313"/>
            <a:ext cx="8123100" cy="630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Nam Tran and Julia Mallard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p:nvPr/>
        </p:nvSpPr>
        <p:spPr>
          <a:xfrm>
            <a:off x="5892125" y="0"/>
            <a:ext cx="3252000" cy="5143500"/>
          </a:xfrm>
          <a:prstGeom prst="rect">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pic>
        <p:nvPicPr>
          <p:cNvPr id="66" name="Google Shape;66;p14" title="Blank diagram - Page 1.png"/>
          <p:cNvPicPr preferRelativeResize="0"/>
          <p:nvPr/>
        </p:nvPicPr>
        <p:blipFill>
          <a:blip r:embed="rId3">
            <a:alphaModFix/>
          </a:blip>
          <a:stretch>
            <a:fillRect/>
          </a:stretch>
        </p:blipFill>
        <p:spPr>
          <a:xfrm>
            <a:off x="5892109" y="0"/>
            <a:ext cx="3251883" cy="5143501"/>
          </a:xfrm>
          <a:prstGeom prst="rect">
            <a:avLst/>
          </a:prstGeom>
          <a:noFill/>
          <a:ln>
            <a:noFill/>
          </a:ln>
        </p:spPr>
      </p:pic>
      <p:sp>
        <p:nvSpPr>
          <p:cNvPr id="67" name="Google Shape;67;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Task 1: Serial Prime Search</a:t>
            </a:r>
            <a:endParaRPr/>
          </a:p>
        </p:txBody>
      </p:sp>
      <p:sp>
        <p:nvSpPr>
          <p:cNvPr id="68" name="Google Shape;68;p14"/>
          <p:cNvSpPr txBox="1"/>
          <p:nvPr>
            <p:ph idx="1" type="body"/>
          </p:nvPr>
        </p:nvSpPr>
        <p:spPr>
          <a:xfrm>
            <a:off x="311700" y="1152475"/>
            <a:ext cx="55803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Clr>
                <a:schemeClr val="dk1"/>
              </a:buClr>
              <a:buSzPts val="1800"/>
              <a:buChar char="★"/>
            </a:pPr>
            <a:r>
              <a:rPr lang="en-GB">
                <a:solidFill>
                  <a:schemeClr val="dk1"/>
                </a:solidFill>
                <a:latin typeface="Arial"/>
                <a:ea typeface="Arial"/>
                <a:cs typeface="Arial"/>
                <a:sym typeface="Arial"/>
              </a:rPr>
              <a:t>Iterates through every integer k strictly less than n, starting from 2.</a:t>
            </a:r>
            <a:endParaRPr>
              <a:solidFill>
                <a:schemeClr val="dk1"/>
              </a:solidFill>
              <a:latin typeface="Arial"/>
              <a:ea typeface="Arial"/>
              <a:cs typeface="Arial"/>
              <a:sym typeface="Arial"/>
            </a:endParaRPr>
          </a:p>
          <a:p>
            <a:pPr indent="-342900" lvl="0" marL="457200" rtl="0" algn="l">
              <a:spcBef>
                <a:spcPts val="1000"/>
              </a:spcBef>
              <a:spcAft>
                <a:spcPts val="0"/>
              </a:spcAft>
              <a:buClr>
                <a:schemeClr val="dk1"/>
              </a:buClr>
              <a:buSzPts val="1800"/>
              <a:buChar char="★"/>
            </a:pPr>
            <a:r>
              <a:rPr lang="en-GB">
                <a:solidFill>
                  <a:schemeClr val="dk1"/>
                </a:solidFill>
                <a:latin typeface="Arial"/>
                <a:ea typeface="Arial"/>
                <a:cs typeface="Arial"/>
                <a:sym typeface="Arial"/>
              </a:rPr>
              <a:t>Determines whether each k is prime using an is_prime(k) function.</a:t>
            </a:r>
            <a:endParaRPr>
              <a:solidFill>
                <a:schemeClr val="dk1"/>
              </a:solidFill>
              <a:latin typeface="Arial"/>
              <a:ea typeface="Arial"/>
              <a:cs typeface="Arial"/>
              <a:sym typeface="Arial"/>
            </a:endParaRPr>
          </a:p>
          <a:p>
            <a:pPr indent="-342900" lvl="0" marL="457200" rtl="0" algn="l">
              <a:spcBef>
                <a:spcPts val="1000"/>
              </a:spcBef>
              <a:spcAft>
                <a:spcPts val="0"/>
              </a:spcAft>
              <a:buClr>
                <a:schemeClr val="dk1"/>
              </a:buClr>
              <a:buSzPts val="1800"/>
              <a:buChar char="★"/>
            </a:pPr>
            <a:r>
              <a:rPr lang="en-GB">
                <a:solidFill>
                  <a:schemeClr val="dk1"/>
                </a:solidFill>
                <a:latin typeface="Arial"/>
                <a:ea typeface="Arial"/>
                <a:cs typeface="Arial"/>
                <a:sym typeface="Arial"/>
              </a:rPr>
              <a:t>Stores all identified prime numbers in an array.</a:t>
            </a:r>
            <a:endParaRPr>
              <a:solidFill>
                <a:schemeClr val="dk1"/>
              </a:solidFill>
              <a:latin typeface="Arial"/>
              <a:ea typeface="Arial"/>
              <a:cs typeface="Arial"/>
              <a:sym typeface="Arial"/>
            </a:endParaRPr>
          </a:p>
          <a:p>
            <a:pPr indent="-342900" lvl="0" marL="457200" marR="0" rtl="0" algn="l">
              <a:lnSpc>
                <a:spcPct val="115000"/>
              </a:lnSpc>
              <a:spcBef>
                <a:spcPts val="1000"/>
              </a:spcBef>
              <a:spcAft>
                <a:spcPts val="0"/>
              </a:spcAft>
              <a:buClr>
                <a:schemeClr val="dk1"/>
              </a:buClr>
              <a:buSzPts val="1800"/>
              <a:buChar char="★"/>
            </a:pPr>
            <a:r>
              <a:rPr lang="en-GB">
                <a:solidFill>
                  <a:schemeClr val="dk1"/>
                </a:solidFill>
                <a:latin typeface="Arial"/>
                <a:ea typeface="Arial"/>
                <a:cs typeface="Arial"/>
                <a:sym typeface="Arial"/>
              </a:rPr>
              <a:t>Outputs the primes in ascending order, either to the terminal or a text file depending on n.</a:t>
            </a:r>
            <a:endParaRPr>
              <a:solidFill>
                <a:schemeClr val="dk1"/>
              </a:solidFill>
              <a:latin typeface="Arial"/>
              <a:ea typeface="Arial"/>
              <a:cs typeface="Arial"/>
              <a:sym typeface="Arial"/>
            </a:endParaRPr>
          </a:p>
          <a:p>
            <a:pPr indent="-342900" lvl="0" marL="457200" marR="0" rtl="0" algn="l">
              <a:lnSpc>
                <a:spcPct val="115000"/>
              </a:lnSpc>
              <a:spcBef>
                <a:spcPts val="1000"/>
              </a:spcBef>
              <a:spcAft>
                <a:spcPts val="1000"/>
              </a:spcAft>
              <a:buClr>
                <a:schemeClr val="dk1"/>
              </a:buClr>
              <a:buSzPts val="1800"/>
              <a:buChar char="★"/>
            </a:pPr>
            <a:r>
              <a:rPr lang="en-GB">
                <a:solidFill>
                  <a:schemeClr val="dk1"/>
                </a:solidFill>
                <a:latin typeface="Arial"/>
                <a:ea typeface="Arial"/>
                <a:cs typeface="Arial"/>
                <a:sym typeface="Arial"/>
              </a:rPr>
              <a:t>Measures execution time to provide a baseline for parallel speedup.</a:t>
            </a:r>
            <a:endParaRPr>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5"/>
          <p:cNvSpPr/>
          <p:nvPr/>
        </p:nvSpPr>
        <p:spPr>
          <a:xfrm>
            <a:off x="5153075" y="0"/>
            <a:ext cx="3991200" cy="5143500"/>
          </a:xfrm>
          <a:prstGeom prst="rect">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74" name="Google Shape;74;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Task 1: Serial Prime Search</a:t>
            </a:r>
            <a:endParaRPr/>
          </a:p>
        </p:txBody>
      </p:sp>
      <p:pic>
        <p:nvPicPr>
          <p:cNvPr id="75" name="Google Shape;75;p15" title="Blank diagram - Page 1(1).png"/>
          <p:cNvPicPr preferRelativeResize="0"/>
          <p:nvPr/>
        </p:nvPicPr>
        <p:blipFill>
          <a:blip r:embed="rId3">
            <a:alphaModFix/>
          </a:blip>
          <a:stretch>
            <a:fillRect/>
          </a:stretch>
        </p:blipFill>
        <p:spPr>
          <a:xfrm>
            <a:off x="5152958" y="0"/>
            <a:ext cx="3991034" cy="5143501"/>
          </a:xfrm>
          <a:prstGeom prst="rect">
            <a:avLst/>
          </a:prstGeom>
          <a:noFill/>
          <a:ln>
            <a:noFill/>
          </a:ln>
        </p:spPr>
      </p:pic>
      <p:pic>
        <p:nvPicPr>
          <p:cNvPr id="76" name="Google Shape;76;p15" title="Screenshot 2026-08-19 at 23.57.50.png"/>
          <p:cNvPicPr preferRelativeResize="0"/>
          <p:nvPr/>
        </p:nvPicPr>
        <p:blipFill>
          <a:blip r:embed="rId4">
            <a:alphaModFix/>
          </a:blip>
          <a:stretch>
            <a:fillRect/>
          </a:stretch>
        </p:blipFill>
        <p:spPr>
          <a:xfrm>
            <a:off x="82325" y="1761858"/>
            <a:ext cx="5570299" cy="285010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Task 2: POSIX Threads</a:t>
            </a:r>
            <a:endParaRPr/>
          </a:p>
        </p:txBody>
      </p:sp>
      <p:sp>
        <p:nvSpPr>
          <p:cNvPr id="82" name="Google Shape;82;p16"/>
          <p:cNvSpPr txBox="1"/>
          <p:nvPr>
            <p:ph idx="1" type="body"/>
          </p:nvPr>
        </p:nvSpPr>
        <p:spPr>
          <a:xfrm>
            <a:off x="311700" y="1152475"/>
            <a:ext cx="5722200" cy="34164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Clr>
                <a:schemeClr val="dk1"/>
              </a:buClr>
              <a:buSzPts val="1800"/>
              <a:buFont typeface="Arial"/>
              <a:buChar char="★"/>
            </a:pPr>
            <a:r>
              <a:rPr lang="en-GB">
                <a:solidFill>
                  <a:schemeClr val="dk1"/>
                </a:solidFill>
                <a:latin typeface="Arial"/>
                <a:ea typeface="Arial"/>
                <a:cs typeface="Arial"/>
                <a:sym typeface="Arial"/>
              </a:rPr>
              <a:t>Parallelises the prime-search loop using POSIX Threads (pthread).</a:t>
            </a:r>
            <a:endParaRPr>
              <a:solidFill>
                <a:schemeClr val="dk1"/>
              </a:solidFill>
              <a:latin typeface="Arial"/>
              <a:ea typeface="Arial"/>
              <a:cs typeface="Arial"/>
              <a:sym typeface="Arial"/>
            </a:endParaRPr>
          </a:p>
          <a:p>
            <a:pPr indent="-342900" lvl="0" marL="457200" rtl="0" algn="l">
              <a:spcBef>
                <a:spcPts val="1000"/>
              </a:spcBef>
              <a:spcAft>
                <a:spcPts val="0"/>
              </a:spcAft>
              <a:buClr>
                <a:schemeClr val="dk1"/>
              </a:buClr>
              <a:buSzPts val="1800"/>
              <a:buFont typeface="Arial"/>
              <a:buChar char="★"/>
            </a:pPr>
            <a:r>
              <a:rPr lang="en-GB">
                <a:solidFill>
                  <a:schemeClr val="dk1"/>
                </a:solidFill>
                <a:latin typeface="Arial"/>
                <a:ea typeface="Arial"/>
                <a:cs typeface="Arial"/>
                <a:sym typeface="Arial"/>
              </a:rPr>
              <a:t>The candidate range 2 ... n−1 is divided between the threads.</a:t>
            </a:r>
            <a:endParaRPr>
              <a:solidFill>
                <a:schemeClr val="dk1"/>
              </a:solidFill>
              <a:latin typeface="Arial"/>
              <a:ea typeface="Arial"/>
              <a:cs typeface="Arial"/>
              <a:sym typeface="Arial"/>
            </a:endParaRPr>
          </a:p>
          <a:p>
            <a:pPr indent="-342900" lvl="0" marL="457200" rtl="0" algn="l">
              <a:spcBef>
                <a:spcPts val="1000"/>
              </a:spcBef>
              <a:spcAft>
                <a:spcPts val="0"/>
              </a:spcAft>
              <a:buClr>
                <a:schemeClr val="dk1"/>
              </a:buClr>
              <a:buSzPts val="1800"/>
              <a:buFont typeface="Arial"/>
              <a:buChar char="★"/>
            </a:pPr>
            <a:r>
              <a:rPr lang="en-GB">
                <a:solidFill>
                  <a:schemeClr val="dk1"/>
                </a:solidFill>
                <a:latin typeface="Arial"/>
                <a:ea typeface="Arial"/>
                <a:cs typeface="Arial"/>
                <a:sym typeface="Arial"/>
              </a:rPr>
              <a:t>Each thread independently searches its assigned range.</a:t>
            </a:r>
            <a:endParaRPr>
              <a:solidFill>
                <a:schemeClr val="dk1"/>
              </a:solidFill>
              <a:latin typeface="Arial"/>
              <a:ea typeface="Arial"/>
              <a:cs typeface="Arial"/>
              <a:sym typeface="Arial"/>
            </a:endParaRPr>
          </a:p>
          <a:p>
            <a:pPr indent="-342900" lvl="0" marL="457200" rtl="0" algn="l">
              <a:spcBef>
                <a:spcPts val="1000"/>
              </a:spcBef>
              <a:spcAft>
                <a:spcPts val="0"/>
              </a:spcAft>
              <a:buClr>
                <a:schemeClr val="dk1"/>
              </a:buClr>
              <a:buSzPts val="1800"/>
              <a:buFont typeface="Arial"/>
              <a:buChar char="★"/>
            </a:pPr>
            <a:r>
              <a:rPr lang="en-GB">
                <a:solidFill>
                  <a:schemeClr val="dk1"/>
                </a:solidFill>
                <a:latin typeface="Arial"/>
                <a:ea typeface="Arial"/>
                <a:cs typeface="Arial"/>
                <a:sym typeface="Arial"/>
              </a:rPr>
              <a:t>Each thread stores its discovered primes in a private local array.</a:t>
            </a:r>
            <a:endParaRPr>
              <a:solidFill>
                <a:schemeClr val="dk1"/>
              </a:solidFill>
              <a:latin typeface="Arial"/>
              <a:ea typeface="Arial"/>
              <a:cs typeface="Arial"/>
              <a:sym typeface="Arial"/>
            </a:endParaRPr>
          </a:p>
          <a:p>
            <a:pPr indent="-342900" lvl="0" marL="457200" rtl="0" algn="l">
              <a:spcBef>
                <a:spcPts val="1000"/>
              </a:spcBef>
              <a:spcAft>
                <a:spcPts val="1000"/>
              </a:spcAft>
              <a:buClr>
                <a:schemeClr val="dk1"/>
              </a:buClr>
              <a:buSzPts val="1800"/>
              <a:buFont typeface="Arial"/>
              <a:buChar char="★"/>
            </a:pPr>
            <a:r>
              <a:rPr lang="en-GB">
                <a:solidFill>
                  <a:schemeClr val="dk1"/>
                </a:solidFill>
                <a:latin typeface="Arial"/>
                <a:ea typeface="Arial"/>
                <a:cs typeface="Arial"/>
                <a:sym typeface="Arial"/>
              </a:rPr>
              <a:t>Threads are joined before results are output and execution time is recorded.</a:t>
            </a:r>
            <a:endParaRPr>
              <a:solidFill>
                <a:schemeClr val="dk1"/>
              </a:solidFill>
              <a:latin typeface="Arial"/>
              <a:ea typeface="Arial"/>
              <a:cs typeface="Arial"/>
              <a:sym typeface="Arial"/>
            </a:endParaRPr>
          </a:p>
        </p:txBody>
      </p:sp>
      <p:pic>
        <p:nvPicPr>
          <p:cNvPr id="83" name="Google Shape;83;p16" title="Screenshot 2026-08-21 at 13.05.14.png"/>
          <p:cNvPicPr preferRelativeResize="0"/>
          <p:nvPr/>
        </p:nvPicPr>
        <p:blipFill>
          <a:blip r:embed="rId3">
            <a:alphaModFix/>
          </a:blip>
          <a:stretch>
            <a:fillRect/>
          </a:stretch>
        </p:blipFill>
        <p:spPr>
          <a:xfrm>
            <a:off x="6033814" y="0"/>
            <a:ext cx="3110181" cy="514349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Task 2: POSIX Threads – Workload partitioning</a:t>
            </a:r>
            <a:endParaRPr/>
          </a:p>
        </p:txBody>
      </p:sp>
      <p:sp>
        <p:nvSpPr>
          <p:cNvPr id="89" name="Google Shape;89;p17"/>
          <p:cNvSpPr txBox="1"/>
          <p:nvPr>
            <p:ph idx="1" type="body"/>
          </p:nvPr>
        </p:nvSpPr>
        <p:spPr>
          <a:xfrm>
            <a:off x="311700" y="1018530"/>
            <a:ext cx="5318400" cy="19578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Arial"/>
              <a:buChar char="★"/>
            </a:pPr>
            <a:r>
              <a:rPr lang="en-GB">
                <a:solidFill>
                  <a:schemeClr val="dk1"/>
                </a:solidFill>
                <a:latin typeface="Arial"/>
                <a:ea typeface="Arial"/>
                <a:cs typeface="Arial"/>
                <a:sym typeface="Arial"/>
              </a:rPr>
              <a:t>Candidate numbers 2 ... n−1 are split into approximately equal contiguous ranges.</a:t>
            </a:r>
            <a:endParaRPr>
              <a:solidFill>
                <a:schemeClr val="dk1"/>
              </a:solidFill>
              <a:latin typeface="Arial"/>
              <a:ea typeface="Arial"/>
              <a:cs typeface="Arial"/>
              <a:sym typeface="Arial"/>
            </a:endParaRPr>
          </a:p>
          <a:p>
            <a:pPr indent="-342900" lvl="0" marL="457200" marR="0" rtl="0" algn="l">
              <a:lnSpc>
                <a:spcPct val="115000"/>
              </a:lnSpc>
              <a:spcBef>
                <a:spcPts val="1000"/>
              </a:spcBef>
              <a:spcAft>
                <a:spcPts val="0"/>
              </a:spcAft>
              <a:buClr>
                <a:schemeClr val="dk1"/>
              </a:buClr>
              <a:buSzPts val="1800"/>
              <a:buFont typeface="Arial"/>
              <a:buChar char="★"/>
            </a:pPr>
            <a:r>
              <a:rPr lang="en-GB">
                <a:solidFill>
                  <a:schemeClr val="dk1"/>
                </a:solidFill>
                <a:latin typeface="Arial"/>
                <a:ea typeface="Arial"/>
                <a:cs typeface="Arial"/>
                <a:sym typeface="Arial"/>
              </a:rPr>
              <a:t>base_size assigns the minimum workload; any remainder is distributed among the first threads.</a:t>
            </a:r>
            <a:endParaRPr>
              <a:solidFill>
                <a:schemeClr val="dk1"/>
              </a:solidFill>
              <a:latin typeface="Arial"/>
              <a:ea typeface="Arial"/>
              <a:cs typeface="Arial"/>
              <a:sym typeface="Arial"/>
            </a:endParaRPr>
          </a:p>
          <a:p>
            <a:pPr indent="-342900" lvl="0" marL="457200" marR="0" rtl="0" algn="l">
              <a:lnSpc>
                <a:spcPct val="115000"/>
              </a:lnSpc>
              <a:spcBef>
                <a:spcPts val="1000"/>
              </a:spcBef>
              <a:spcAft>
                <a:spcPts val="0"/>
              </a:spcAft>
              <a:buClr>
                <a:schemeClr val="dk1"/>
              </a:buClr>
              <a:buSzPts val="1800"/>
              <a:buFont typeface="Arial"/>
              <a:buChar char="★"/>
            </a:pPr>
            <a:r>
              <a:rPr lang="en-GB">
                <a:solidFill>
                  <a:schemeClr val="dk1"/>
                </a:solidFill>
                <a:latin typeface="Arial"/>
                <a:ea typeface="Arial"/>
                <a:cs typeface="Arial"/>
                <a:sym typeface="Arial"/>
              </a:rPr>
              <a:t>Each thread receives at most one more candidate than another.</a:t>
            </a:r>
            <a:endParaRPr>
              <a:solidFill>
                <a:schemeClr val="dk1"/>
              </a:solidFill>
              <a:latin typeface="Arial"/>
              <a:ea typeface="Arial"/>
              <a:cs typeface="Arial"/>
              <a:sym typeface="Arial"/>
            </a:endParaRPr>
          </a:p>
          <a:p>
            <a:pPr indent="-342900" lvl="0" marL="457200" marR="0" rtl="0" algn="l">
              <a:lnSpc>
                <a:spcPct val="115000"/>
              </a:lnSpc>
              <a:spcBef>
                <a:spcPts val="1000"/>
              </a:spcBef>
              <a:spcAft>
                <a:spcPts val="1000"/>
              </a:spcAft>
              <a:buClr>
                <a:schemeClr val="dk1"/>
              </a:buClr>
              <a:buSzPts val="1800"/>
              <a:buFont typeface="Arial"/>
              <a:buChar char="★"/>
            </a:pPr>
            <a:r>
              <a:rPr lang="en-GB">
                <a:solidFill>
                  <a:schemeClr val="dk1"/>
                </a:solidFill>
                <a:latin typeface="Arial"/>
                <a:ea typeface="Arial"/>
                <a:cs typeface="Arial"/>
                <a:sym typeface="Arial"/>
              </a:rPr>
              <a:t>Static partitioning provides a simple and balanced workload distribution.</a:t>
            </a:r>
            <a:endParaRPr>
              <a:solidFill>
                <a:schemeClr val="dk1"/>
              </a:solidFill>
              <a:latin typeface="Arial"/>
              <a:ea typeface="Arial"/>
              <a:cs typeface="Arial"/>
              <a:sym typeface="Arial"/>
            </a:endParaRPr>
          </a:p>
        </p:txBody>
      </p:sp>
      <p:pic>
        <p:nvPicPr>
          <p:cNvPr id="90" name="Google Shape;90;p17" title="Screenshot 2026-08-20 at 00.06.05.png"/>
          <p:cNvPicPr preferRelativeResize="0"/>
          <p:nvPr/>
        </p:nvPicPr>
        <p:blipFill rotWithShape="1">
          <a:blip r:embed="rId3">
            <a:alphaModFix/>
          </a:blip>
          <a:srcRect b="0" l="0" r="0" t="7184"/>
          <a:stretch/>
        </p:blipFill>
        <p:spPr>
          <a:xfrm>
            <a:off x="5706225" y="1152475"/>
            <a:ext cx="3437775" cy="1741325"/>
          </a:xfrm>
          <a:prstGeom prst="rect">
            <a:avLst/>
          </a:prstGeom>
          <a:noFill/>
          <a:ln>
            <a:noFill/>
          </a:ln>
        </p:spPr>
      </p:pic>
      <p:pic>
        <p:nvPicPr>
          <p:cNvPr id="91" name="Google Shape;91;p17" title="Blank diagram - Page 1(2).png"/>
          <p:cNvPicPr preferRelativeResize="0"/>
          <p:nvPr/>
        </p:nvPicPr>
        <p:blipFill rotWithShape="1">
          <a:blip r:embed="rId4">
            <a:alphaModFix/>
          </a:blip>
          <a:srcRect b="0" l="0" r="3382" t="0"/>
          <a:stretch/>
        </p:blipFill>
        <p:spPr>
          <a:xfrm>
            <a:off x="5364350" y="2893800"/>
            <a:ext cx="3779651" cy="1414975"/>
          </a:xfrm>
          <a:prstGeom prst="rect">
            <a:avLst/>
          </a:prstGeom>
          <a:noFill/>
          <a:ln>
            <a:noFill/>
          </a:ln>
        </p:spPr>
      </p:pic>
      <p:sp>
        <p:nvSpPr>
          <p:cNvPr id="92" name="Google Shape;92;p17"/>
          <p:cNvSpPr txBox="1"/>
          <p:nvPr/>
        </p:nvSpPr>
        <p:spPr>
          <a:xfrm>
            <a:off x="311700" y="4308775"/>
            <a:ext cx="7569000" cy="7803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0"/>
              </a:spcBef>
              <a:spcAft>
                <a:spcPts val="0"/>
              </a:spcAft>
              <a:buClr>
                <a:schemeClr val="dk1"/>
              </a:buClr>
              <a:buSzPts val="1800"/>
              <a:buChar char="★"/>
            </a:pPr>
            <a:r>
              <a:rPr lang="en-GB" sz="1800">
                <a:solidFill>
                  <a:schemeClr val="dk1"/>
                </a:solidFill>
              </a:rPr>
              <a:t>The workload is balanced by ensuring each thread receives either ⌊(n−2)/T⌋ or ⌈(n−2)/T⌉ candidates.</a:t>
            </a:r>
            <a:endParaRPr sz="18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8"/>
          <p:cNvSpPr/>
          <p:nvPr/>
        </p:nvSpPr>
        <p:spPr>
          <a:xfrm>
            <a:off x="5656525" y="1017725"/>
            <a:ext cx="3487800" cy="4125900"/>
          </a:xfrm>
          <a:prstGeom prst="rect">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98" name="Google Shape;98;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Task 2: POSIX Threads – Thread Execution</a:t>
            </a:r>
            <a:endParaRPr/>
          </a:p>
        </p:txBody>
      </p:sp>
      <p:sp>
        <p:nvSpPr>
          <p:cNvPr id="99" name="Google Shape;99;p18"/>
          <p:cNvSpPr txBox="1"/>
          <p:nvPr>
            <p:ph idx="1" type="body"/>
          </p:nvPr>
        </p:nvSpPr>
        <p:spPr>
          <a:xfrm>
            <a:off x="311700" y="1152475"/>
            <a:ext cx="53448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GB">
                <a:solidFill>
                  <a:schemeClr val="dk1"/>
                </a:solidFill>
              </a:rPr>
              <a:t>Pthread_create launches one worker for each assigned range.</a:t>
            </a:r>
            <a:endParaRPr>
              <a:solidFill>
                <a:schemeClr val="dk1"/>
              </a:solidFill>
            </a:endParaRPr>
          </a:p>
          <a:p>
            <a:pPr indent="-342900" lvl="0" marL="457200" rtl="0" algn="l">
              <a:spcBef>
                <a:spcPts val="1000"/>
              </a:spcBef>
              <a:spcAft>
                <a:spcPts val="0"/>
              </a:spcAft>
              <a:buClr>
                <a:schemeClr val="dk1"/>
              </a:buClr>
              <a:buSzPts val="1800"/>
              <a:buChar char="★"/>
            </a:pPr>
            <a:r>
              <a:rPr lang="en-GB">
                <a:solidFill>
                  <a:schemeClr val="dk1"/>
                </a:solidFill>
              </a:rPr>
              <a:t>Each worker executes find_primes().</a:t>
            </a:r>
            <a:endParaRPr>
              <a:solidFill>
                <a:schemeClr val="dk1"/>
              </a:solidFill>
            </a:endParaRPr>
          </a:p>
          <a:p>
            <a:pPr indent="-342900" lvl="0" marL="457200" rtl="0" algn="l">
              <a:spcBef>
                <a:spcPts val="1000"/>
              </a:spcBef>
              <a:spcAft>
                <a:spcPts val="0"/>
              </a:spcAft>
              <a:buClr>
                <a:schemeClr val="dk1"/>
              </a:buClr>
              <a:buSzPts val="1800"/>
              <a:buChar char="★"/>
            </a:pPr>
            <a:r>
              <a:rPr lang="en-GB">
                <a:solidFill>
                  <a:schemeClr val="dk1"/>
                </a:solidFill>
              </a:rPr>
              <a:t>pthread_join() ensures the main thread waits for all workers to finish.</a:t>
            </a:r>
            <a:endParaRPr>
              <a:solidFill>
                <a:schemeClr val="dk1"/>
              </a:solidFill>
            </a:endParaRPr>
          </a:p>
          <a:p>
            <a:pPr indent="-342900" lvl="0" marL="457200" rtl="0" algn="l">
              <a:spcBef>
                <a:spcPts val="1000"/>
              </a:spcBef>
              <a:spcAft>
                <a:spcPts val="0"/>
              </a:spcAft>
              <a:buClr>
                <a:schemeClr val="dk1"/>
              </a:buClr>
              <a:buSzPts val="1800"/>
              <a:buChar char="★"/>
            </a:pPr>
            <a:r>
              <a:rPr lang="en-GB">
                <a:solidFill>
                  <a:schemeClr val="dk1"/>
                </a:solidFill>
              </a:rPr>
              <a:t>Results are stored separately for each thread.</a:t>
            </a:r>
            <a:endParaRPr>
              <a:solidFill>
                <a:schemeClr val="dk1"/>
              </a:solidFill>
            </a:endParaRPr>
          </a:p>
          <a:p>
            <a:pPr indent="-342900" lvl="0" marL="457200" rtl="0" algn="l">
              <a:spcBef>
                <a:spcPts val="1000"/>
              </a:spcBef>
              <a:spcAft>
                <a:spcPts val="1000"/>
              </a:spcAft>
              <a:buClr>
                <a:schemeClr val="dk1"/>
              </a:buClr>
              <a:buSzPts val="1800"/>
              <a:buChar char="★"/>
            </a:pPr>
            <a:r>
              <a:rPr lang="en-GB">
                <a:solidFill>
                  <a:schemeClr val="dk1"/>
                </a:solidFill>
              </a:rPr>
              <a:t>Results are output in thread/range order, so no additional sorting step is required.</a:t>
            </a:r>
            <a:endParaRPr>
              <a:solidFill>
                <a:schemeClr val="dk1"/>
              </a:solidFill>
            </a:endParaRPr>
          </a:p>
        </p:txBody>
      </p:sp>
      <p:pic>
        <p:nvPicPr>
          <p:cNvPr id="100" name="Google Shape;100;p18" title="Blank diagram - Page 1(3).png"/>
          <p:cNvPicPr preferRelativeResize="0"/>
          <p:nvPr/>
        </p:nvPicPr>
        <p:blipFill>
          <a:blip r:embed="rId3">
            <a:alphaModFix/>
          </a:blip>
          <a:stretch>
            <a:fillRect/>
          </a:stretch>
        </p:blipFill>
        <p:spPr>
          <a:xfrm>
            <a:off x="5656562" y="1036993"/>
            <a:ext cx="3487739" cy="408737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Task 2: POSIX Threads – Optimised is_prime(k)</a:t>
            </a:r>
            <a:endParaRPr/>
          </a:p>
        </p:txBody>
      </p:sp>
      <p:sp>
        <p:nvSpPr>
          <p:cNvPr id="106" name="Google Shape;106;p19"/>
          <p:cNvSpPr txBox="1"/>
          <p:nvPr>
            <p:ph idx="1" type="body"/>
          </p:nvPr>
        </p:nvSpPr>
        <p:spPr>
          <a:xfrm>
            <a:off x="311700" y="1078061"/>
            <a:ext cx="4788000" cy="39177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Font typeface="Arial"/>
              <a:buChar char="★"/>
            </a:pPr>
            <a:r>
              <a:rPr lang="en-GB">
                <a:solidFill>
                  <a:schemeClr val="dk1"/>
                </a:solidFill>
                <a:latin typeface="Arial"/>
                <a:ea typeface="Arial"/>
                <a:cs typeface="Arial"/>
                <a:sym typeface="Arial"/>
              </a:rPr>
              <a:t>Immediately rejects values less than 2.</a:t>
            </a:r>
            <a:endParaRPr>
              <a:solidFill>
                <a:schemeClr val="dk1"/>
              </a:solidFill>
              <a:latin typeface="Arial"/>
              <a:ea typeface="Arial"/>
              <a:cs typeface="Arial"/>
              <a:sym typeface="Arial"/>
            </a:endParaRPr>
          </a:p>
          <a:p>
            <a:pPr indent="-342900" lvl="0" marL="457200" rtl="0" algn="l">
              <a:spcBef>
                <a:spcPts val="0"/>
              </a:spcBef>
              <a:spcAft>
                <a:spcPts val="0"/>
              </a:spcAft>
              <a:buClr>
                <a:schemeClr val="dk1"/>
              </a:buClr>
              <a:buSzPts val="1800"/>
              <a:buFont typeface="Arial"/>
              <a:buChar char="★"/>
            </a:pPr>
            <a:r>
              <a:rPr lang="en-GB">
                <a:solidFill>
                  <a:schemeClr val="dk1"/>
                </a:solidFill>
                <a:latin typeface="Arial"/>
                <a:ea typeface="Arial"/>
                <a:cs typeface="Arial"/>
                <a:sym typeface="Arial"/>
              </a:rPr>
              <a:t>Handles 2 separately as </a:t>
            </a:r>
            <a:r>
              <a:rPr lang="en-GB">
                <a:solidFill>
                  <a:schemeClr val="dk1"/>
                </a:solidFill>
                <a:latin typeface="Arial"/>
                <a:ea typeface="Arial"/>
                <a:cs typeface="Arial"/>
                <a:sym typeface="Arial"/>
              </a:rPr>
              <a:t>the </a:t>
            </a:r>
            <a:r>
              <a:rPr lang="en-GB">
                <a:solidFill>
                  <a:schemeClr val="dk1"/>
                </a:solidFill>
                <a:latin typeface="Arial"/>
                <a:ea typeface="Arial"/>
                <a:cs typeface="Arial"/>
                <a:sym typeface="Arial"/>
              </a:rPr>
              <a:t>only even prime.</a:t>
            </a:r>
            <a:endParaRPr>
              <a:solidFill>
                <a:schemeClr val="dk1"/>
              </a:solidFill>
              <a:latin typeface="Arial"/>
              <a:ea typeface="Arial"/>
              <a:cs typeface="Arial"/>
              <a:sym typeface="Arial"/>
            </a:endParaRPr>
          </a:p>
          <a:p>
            <a:pPr indent="-342900" lvl="0" marL="457200" rtl="0" algn="l">
              <a:spcBef>
                <a:spcPts val="0"/>
              </a:spcBef>
              <a:spcAft>
                <a:spcPts val="0"/>
              </a:spcAft>
              <a:buClr>
                <a:schemeClr val="dk1"/>
              </a:buClr>
              <a:buSzPts val="1800"/>
              <a:buFont typeface="Arial"/>
              <a:buChar char="★"/>
            </a:pPr>
            <a:r>
              <a:rPr lang="en-GB">
                <a:solidFill>
                  <a:schemeClr val="dk1"/>
                </a:solidFill>
                <a:latin typeface="Arial"/>
                <a:ea typeface="Arial"/>
                <a:cs typeface="Arial"/>
                <a:sym typeface="Arial"/>
              </a:rPr>
              <a:t>Immediately rejects all other even numbers.</a:t>
            </a:r>
            <a:endParaRPr>
              <a:solidFill>
                <a:schemeClr val="dk1"/>
              </a:solidFill>
              <a:latin typeface="Arial"/>
              <a:ea typeface="Arial"/>
              <a:cs typeface="Arial"/>
              <a:sym typeface="Arial"/>
            </a:endParaRPr>
          </a:p>
          <a:p>
            <a:pPr indent="-342900" lvl="0" marL="457200" rtl="0" algn="l">
              <a:spcBef>
                <a:spcPts val="0"/>
              </a:spcBef>
              <a:spcAft>
                <a:spcPts val="0"/>
              </a:spcAft>
              <a:buClr>
                <a:schemeClr val="dk1"/>
              </a:buClr>
              <a:buSzPts val="1800"/>
              <a:buFont typeface="Arial"/>
              <a:buChar char="★"/>
            </a:pPr>
            <a:r>
              <a:rPr lang="en-GB">
                <a:solidFill>
                  <a:schemeClr val="dk1"/>
                </a:solidFill>
                <a:latin typeface="Arial"/>
                <a:ea typeface="Arial"/>
                <a:cs typeface="Arial"/>
                <a:sym typeface="Arial"/>
              </a:rPr>
              <a:t>Checks only odd divisors up to √k.</a:t>
            </a:r>
            <a:endParaRPr>
              <a:solidFill>
                <a:schemeClr val="dk1"/>
              </a:solidFill>
              <a:latin typeface="Arial"/>
              <a:ea typeface="Arial"/>
              <a:cs typeface="Arial"/>
              <a:sym typeface="Arial"/>
            </a:endParaRPr>
          </a:p>
          <a:p>
            <a:pPr indent="-342900" lvl="0" marL="457200" rtl="0" algn="l">
              <a:spcBef>
                <a:spcPts val="0"/>
              </a:spcBef>
              <a:spcAft>
                <a:spcPts val="0"/>
              </a:spcAft>
              <a:buClr>
                <a:schemeClr val="dk1"/>
              </a:buClr>
              <a:buSzPts val="1800"/>
              <a:buFont typeface="Arial"/>
              <a:buChar char="★"/>
            </a:pPr>
            <a:r>
              <a:rPr lang="en-GB">
                <a:solidFill>
                  <a:schemeClr val="dk1"/>
                </a:solidFill>
                <a:latin typeface="Arial"/>
                <a:ea typeface="Arial"/>
                <a:cs typeface="Arial"/>
                <a:sym typeface="Arial"/>
              </a:rPr>
              <a:t>This reduces the number of divisibility checks for each candidate.</a:t>
            </a:r>
            <a:endParaRPr>
              <a:solidFill>
                <a:schemeClr val="dk1"/>
              </a:solidFill>
              <a:latin typeface="Arial"/>
              <a:ea typeface="Arial"/>
              <a:cs typeface="Arial"/>
              <a:sym typeface="Arial"/>
            </a:endParaRPr>
          </a:p>
        </p:txBody>
      </p:sp>
      <p:pic>
        <p:nvPicPr>
          <p:cNvPr id="107" name="Google Shape;107;p19" title="Screenshot 2026-08-20 at 22.04.09.png"/>
          <p:cNvPicPr preferRelativeResize="0"/>
          <p:nvPr/>
        </p:nvPicPr>
        <p:blipFill>
          <a:blip r:embed="rId3">
            <a:alphaModFix/>
          </a:blip>
          <a:stretch>
            <a:fillRect/>
          </a:stretch>
        </p:blipFill>
        <p:spPr>
          <a:xfrm>
            <a:off x="5099549" y="1152475"/>
            <a:ext cx="4044449" cy="3917650"/>
          </a:xfrm>
          <a:prstGeom prst="rect">
            <a:avLst/>
          </a:prstGeom>
          <a:noFill/>
          <a:ln>
            <a:noFill/>
          </a:ln>
        </p:spPr>
      </p:pic>
      <p:pic>
        <p:nvPicPr>
          <p:cNvPr id="108" name="Google Shape;108;p19" title="Screenshot 2026-08-21 at 13.09.16.png"/>
          <p:cNvPicPr preferRelativeResize="0"/>
          <p:nvPr/>
        </p:nvPicPr>
        <p:blipFill>
          <a:blip r:embed="rId4">
            <a:alphaModFix/>
          </a:blip>
          <a:stretch>
            <a:fillRect/>
          </a:stretch>
        </p:blipFill>
        <p:spPr>
          <a:xfrm>
            <a:off x="0" y="3694293"/>
            <a:ext cx="5099549" cy="137583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Task 2: POSIX Threads – Timing</a:t>
            </a:r>
            <a:endParaRPr/>
          </a:p>
        </p:txBody>
      </p:sp>
      <p:sp>
        <p:nvSpPr>
          <p:cNvPr id="114" name="Google Shape;114;p20"/>
          <p:cNvSpPr txBox="1"/>
          <p:nvPr>
            <p:ph idx="1" type="body"/>
          </p:nvPr>
        </p:nvSpPr>
        <p:spPr>
          <a:xfrm>
            <a:off x="311700" y="1152475"/>
            <a:ext cx="4260300" cy="3416400"/>
          </a:xfrm>
          <a:prstGeom prst="rect">
            <a:avLst/>
          </a:prstGeom>
        </p:spPr>
        <p:txBody>
          <a:bodyPr anchorCtr="0" anchor="t" bIns="91425" lIns="91425" spcFirstLastPara="1" rIns="91425" wrap="square" tIns="91425">
            <a:normAutofit fontScale="92500" lnSpcReduction="20000"/>
          </a:bodyPr>
          <a:lstStyle/>
          <a:p>
            <a:pPr indent="-334328" lvl="0" marL="457200" rtl="0" algn="l">
              <a:spcBef>
                <a:spcPts val="0"/>
              </a:spcBef>
              <a:spcAft>
                <a:spcPts val="0"/>
              </a:spcAft>
              <a:buClr>
                <a:schemeClr val="dk1"/>
              </a:buClr>
              <a:buSzPct val="100000"/>
              <a:buFont typeface="Arial"/>
              <a:buChar char="★"/>
            </a:pPr>
            <a:r>
              <a:rPr lang="en-GB">
                <a:solidFill>
                  <a:schemeClr val="dk1"/>
                </a:solidFill>
                <a:latin typeface="Arial"/>
                <a:ea typeface="Arial"/>
                <a:cs typeface="Arial"/>
                <a:sym typeface="Arial"/>
              </a:rPr>
              <a:t>Uses clock_gettime(CLOCK_MONOTONIC, ...).</a:t>
            </a:r>
            <a:endParaRPr>
              <a:solidFill>
                <a:schemeClr val="dk1"/>
              </a:solidFill>
              <a:latin typeface="Arial"/>
              <a:ea typeface="Arial"/>
              <a:cs typeface="Arial"/>
              <a:sym typeface="Arial"/>
            </a:endParaRPr>
          </a:p>
          <a:p>
            <a:pPr indent="-334328" lvl="0" marL="457200" rtl="0" algn="l">
              <a:spcBef>
                <a:spcPts val="1000"/>
              </a:spcBef>
              <a:spcAft>
                <a:spcPts val="0"/>
              </a:spcAft>
              <a:buClr>
                <a:schemeClr val="dk1"/>
              </a:buClr>
              <a:buSzPct val="100000"/>
              <a:buFont typeface="Arial"/>
              <a:buChar char="★"/>
            </a:pPr>
            <a:r>
              <a:rPr lang="en-GB">
                <a:solidFill>
                  <a:schemeClr val="dk1"/>
                </a:solidFill>
                <a:latin typeface="Arial"/>
                <a:ea typeface="Arial"/>
                <a:cs typeface="Arial"/>
                <a:sym typeface="Arial"/>
              </a:rPr>
              <a:t>Timer starts immediately before thread creation.</a:t>
            </a:r>
            <a:endParaRPr>
              <a:solidFill>
                <a:schemeClr val="dk1"/>
              </a:solidFill>
              <a:latin typeface="Arial"/>
              <a:ea typeface="Arial"/>
              <a:cs typeface="Arial"/>
              <a:sym typeface="Arial"/>
            </a:endParaRPr>
          </a:p>
          <a:p>
            <a:pPr indent="-334328" lvl="0" marL="457200" rtl="0" algn="l">
              <a:spcBef>
                <a:spcPts val="1000"/>
              </a:spcBef>
              <a:spcAft>
                <a:spcPts val="0"/>
              </a:spcAft>
              <a:buClr>
                <a:schemeClr val="dk1"/>
              </a:buClr>
              <a:buSzPct val="100000"/>
              <a:buFont typeface="Arial"/>
              <a:buChar char="★"/>
            </a:pPr>
            <a:r>
              <a:rPr lang="en-GB">
                <a:solidFill>
                  <a:schemeClr val="dk1"/>
                </a:solidFill>
                <a:latin typeface="Arial"/>
                <a:ea typeface="Arial"/>
                <a:cs typeface="Arial"/>
                <a:sym typeface="Arial"/>
              </a:rPr>
              <a:t>Timer stops after all threads have completed.</a:t>
            </a:r>
            <a:endParaRPr>
              <a:solidFill>
                <a:schemeClr val="dk1"/>
              </a:solidFill>
              <a:latin typeface="Arial"/>
              <a:ea typeface="Arial"/>
              <a:cs typeface="Arial"/>
              <a:sym typeface="Arial"/>
            </a:endParaRPr>
          </a:p>
          <a:p>
            <a:pPr indent="-334328" lvl="0" marL="457200" rtl="0" algn="l">
              <a:spcBef>
                <a:spcPts val="1000"/>
              </a:spcBef>
              <a:spcAft>
                <a:spcPts val="0"/>
              </a:spcAft>
              <a:buClr>
                <a:schemeClr val="dk1"/>
              </a:buClr>
              <a:buSzPct val="100000"/>
              <a:buFont typeface="Arial"/>
              <a:buChar char="★"/>
            </a:pPr>
            <a:r>
              <a:rPr lang="en-GB">
                <a:solidFill>
                  <a:schemeClr val="dk1"/>
                </a:solidFill>
                <a:latin typeface="Arial"/>
                <a:ea typeface="Arial"/>
                <a:cs typeface="Arial"/>
                <a:sym typeface="Arial"/>
              </a:rPr>
              <a:t>Output/file I/O is excluded from the measured time.</a:t>
            </a:r>
            <a:endParaRPr>
              <a:solidFill>
                <a:schemeClr val="dk1"/>
              </a:solidFill>
              <a:latin typeface="Arial"/>
              <a:ea typeface="Arial"/>
              <a:cs typeface="Arial"/>
              <a:sym typeface="Arial"/>
            </a:endParaRPr>
          </a:p>
          <a:p>
            <a:pPr indent="-334328" lvl="0" marL="457200" rtl="0" algn="l">
              <a:spcBef>
                <a:spcPts val="1000"/>
              </a:spcBef>
              <a:spcAft>
                <a:spcPts val="1000"/>
              </a:spcAft>
              <a:buClr>
                <a:schemeClr val="dk1"/>
              </a:buClr>
              <a:buSzPct val="100000"/>
              <a:buFont typeface="Arial"/>
              <a:buChar char="★"/>
            </a:pPr>
            <a:r>
              <a:rPr lang="en-GB">
                <a:solidFill>
                  <a:schemeClr val="dk1"/>
                </a:solidFill>
                <a:latin typeface="Arial"/>
                <a:ea typeface="Arial"/>
                <a:cs typeface="Arial"/>
                <a:sym typeface="Arial"/>
              </a:rPr>
              <a:t>This gives a fairer measurement of the parallel computation itself.</a:t>
            </a:r>
            <a:endParaRPr>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Task 2: POSIX Threads – Effect of n</a:t>
            </a:r>
            <a:endParaRPr/>
          </a:p>
        </p:txBody>
      </p:sp>
      <p:pic>
        <p:nvPicPr>
          <p:cNvPr id="120" name="Google Shape;120;p21"/>
          <p:cNvPicPr preferRelativeResize="0"/>
          <p:nvPr/>
        </p:nvPicPr>
        <p:blipFill>
          <a:blip r:embed="rId3">
            <a:alphaModFix/>
          </a:blip>
          <a:stretch>
            <a:fillRect/>
          </a:stretch>
        </p:blipFill>
        <p:spPr>
          <a:xfrm>
            <a:off x="128588" y="1128377"/>
            <a:ext cx="4419600" cy="2656658"/>
          </a:xfrm>
          <a:prstGeom prst="rect">
            <a:avLst/>
          </a:prstGeom>
          <a:noFill/>
          <a:ln>
            <a:noFill/>
          </a:ln>
        </p:spPr>
      </p:pic>
      <p:sp>
        <p:nvSpPr>
          <p:cNvPr id="121" name="Google Shape;121;p21"/>
          <p:cNvSpPr txBox="1"/>
          <p:nvPr>
            <p:ph idx="1" type="body"/>
          </p:nvPr>
        </p:nvSpPr>
        <p:spPr>
          <a:xfrm>
            <a:off x="208200" y="3895675"/>
            <a:ext cx="4260300" cy="6939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GB" sz="1100">
                <a:solidFill>
                  <a:schemeClr val="dk1"/>
                </a:solidFill>
                <a:latin typeface="Arial"/>
                <a:ea typeface="Arial"/>
                <a:cs typeface="Arial"/>
                <a:sym typeface="Arial"/>
              </a:rPr>
              <a:t>As </a:t>
            </a:r>
            <a:r>
              <a:rPr lang="en-GB" sz="1100">
                <a:solidFill>
                  <a:schemeClr val="dk1"/>
                </a:solidFill>
                <a:latin typeface="Roboto Mono"/>
                <a:ea typeface="Roboto Mono"/>
                <a:cs typeface="Roboto Mono"/>
                <a:sym typeface="Roboto Mono"/>
              </a:rPr>
              <a:t>n</a:t>
            </a:r>
            <a:r>
              <a:rPr lang="en-GB" sz="1100">
                <a:solidFill>
                  <a:schemeClr val="dk1"/>
                </a:solidFill>
                <a:latin typeface="Arial"/>
                <a:ea typeface="Arial"/>
                <a:cs typeface="Arial"/>
                <a:sym typeface="Arial"/>
              </a:rPr>
              <a:t> increases, both implementations require more computation. However, the parallel implementation takes advantage of multiple threads, so its runtime grows more slowly</a:t>
            </a:r>
            <a:endParaRPr sz="1100">
              <a:solidFill>
                <a:schemeClr val="dk1"/>
              </a:solidFill>
              <a:latin typeface="Arial"/>
              <a:ea typeface="Arial"/>
              <a:cs typeface="Arial"/>
              <a:sym typeface="Arial"/>
            </a:endParaRPr>
          </a:p>
        </p:txBody>
      </p:sp>
      <p:pic>
        <p:nvPicPr>
          <p:cNvPr id="122" name="Google Shape;122;p21"/>
          <p:cNvPicPr preferRelativeResize="0"/>
          <p:nvPr/>
        </p:nvPicPr>
        <p:blipFill>
          <a:blip r:embed="rId4">
            <a:alphaModFix/>
          </a:blip>
          <a:stretch>
            <a:fillRect/>
          </a:stretch>
        </p:blipFill>
        <p:spPr>
          <a:xfrm>
            <a:off x="4583582" y="1128385"/>
            <a:ext cx="4431830" cy="2656650"/>
          </a:xfrm>
          <a:prstGeom prst="rect">
            <a:avLst/>
          </a:prstGeom>
          <a:noFill/>
          <a:ln>
            <a:noFill/>
          </a:ln>
        </p:spPr>
      </p:pic>
      <p:sp>
        <p:nvSpPr>
          <p:cNvPr id="123" name="Google Shape;123;p21"/>
          <p:cNvSpPr txBox="1"/>
          <p:nvPr/>
        </p:nvSpPr>
        <p:spPr>
          <a:xfrm>
            <a:off x="128550" y="4573802"/>
            <a:ext cx="8886900" cy="4617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0"/>
              </a:spcBef>
              <a:spcAft>
                <a:spcPts val="0"/>
              </a:spcAft>
              <a:buClr>
                <a:schemeClr val="accent3"/>
              </a:buClr>
              <a:buSzPts val="1800"/>
              <a:buFont typeface="Proxima Nova"/>
              <a:buChar char="★"/>
            </a:pPr>
            <a:r>
              <a:rPr lang="en-GB" sz="1800">
                <a:solidFill>
                  <a:schemeClr val="accent3"/>
                </a:solidFill>
                <a:latin typeface="Proxima Nova"/>
                <a:ea typeface="Proxima Nova"/>
                <a:cs typeface="Proxima Nova"/>
                <a:sym typeface="Proxima Nova"/>
              </a:rPr>
              <a:t>Running on Intel Core i9-9880H — 8-core CPU (16 logical processors)</a:t>
            </a:r>
            <a:endParaRPr/>
          </a:p>
        </p:txBody>
      </p:sp>
      <p:sp>
        <p:nvSpPr>
          <p:cNvPr id="124" name="Google Shape;124;p21"/>
          <p:cNvSpPr txBox="1"/>
          <p:nvPr/>
        </p:nvSpPr>
        <p:spPr>
          <a:xfrm>
            <a:off x="4503900" y="3895675"/>
            <a:ext cx="4431900" cy="743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GB" sz="1100">
                <a:solidFill>
                  <a:schemeClr val="dk1"/>
                </a:solidFill>
              </a:rPr>
              <a:t>Speedup remains relatively stable as </a:t>
            </a:r>
            <a:r>
              <a:rPr lang="en-GB" sz="1100">
                <a:solidFill>
                  <a:schemeClr val="dk1"/>
                </a:solidFill>
                <a:latin typeface="Roboto Mono"/>
                <a:ea typeface="Roboto Mono"/>
                <a:cs typeface="Roboto Mono"/>
                <a:sym typeface="Roboto Mono"/>
              </a:rPr>
              <a:t>n</a:t>
            </a:r>
            <a:r>
              <a:rPr lang="en-GB" sz="1100">
                <a:solidFill>
                  <a:schemeClr val="dk1"/>
                </a:solidFill>
              </a:rPr>
              <a:t> increases, indicating that the parallel implementation scales consistently for the tested problem sizes</a:t>
            </a:r>
            <a:endParaRPr sz="110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Task 2: POSIX Threads – Effect of thread count</a:t>
            </a:r>
            <a:endParaRPr/>
          </a:p>
        </p:txBody>
      </p:sp>
      <p:sp>
        <p:nvSpPr>
          <p:cNvPr id="130" name="Google Shape;130;p22"/>
          <p:cNvSpPr txBox="1"/>
          <p:nvPr>
            <p:ph idx="1" type="body"/>
          </p:nvPr>
        </p:nvSpPr>
        <p:spPr>
          <a:xfrm>
            <a:off x="4703625" y="3719700"/>
            <a:ext cx="4332900" cy="7599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1200"/>
              </a:spcAft>
              <a:buNone/>
            </a:pPr>
            <a:r>
              <a:rPr lang="en-GB" sz="1200">
                <a:solidFill>
                  <a:srgbClr val="000000"/>
                </a:solidFill>
                <a:latin typeface="Arial"/>
                <a:ea typeface="Arial"/>
                <a:cs typeface="Arial"/>
                <a:sym typeface="Arial"/>
              </a:rPr>
              <a:t>Speedup increases steadily with thread count, but shows diminishing gains once the number of threads exceeds the available CPU cores.</a:t>
            </a:r>
            <a:endParaRPr sz="1200">
              <a:solidFill>
                <a:srgbClr val="000000"/>
              </a:solidFill>
              <a:latin typeface="Arial"/>
              <a:ea typeface="Arial"/>
              <a:cs typeface="Arial"/>
              <a:sym typeface="Arial"/>
            </a:endParaRPr>
          </a:p>
        </p:txBody>
      </p:sp>
      <p:pic>
        <p:nvPicPr>
          <p:cNvPr id="131" name="Google Shape;131;p22"/>
          <p:cNvPicPr preferRelativeResize="0"/>
          <p:nvPr/>
        </p:nvPicPr>
        <p:blipFill>
          <a:blip r:embed="rId3">
            <a:alphaModFix/>
          </a:blip>
          <a:stretch>
            <a:fillRect/>
          </a:stretch>
        </p:blipFill>
        <p:spPr>
          <a:xfrm>
            <a:off x="107513" y="1017723"/>
            <a:ext cx="4332850" cy="2597325"/>
          </a:xfrm>
          <a:prstGeom prst="rect">
            <a:avLst/>
          </a:prstGeom>
          <a:noFill/>
          <a:ln>
            <a:noFill/>
          </a:ln>
        </p:spPr>
      </p:pic>
      <p:pic>
        <p:nvPicPr>
          <p:cNvPr id="132" name="Google Shape;132;p22"/>
          <p:cNvPicPr preferRelativeResize="0"/>
          <p:nvPr/>
        </p:nvPicPr>
        <p:blipFill>
          <a:blip r:embed="rId4">
            <a:alphaModFix/>
          </a:blip>
          <a:stretch>
            <a:fillRect/>
          </a:stretch>
        </p:blipFill>
        <p:spPr>
          <a:xfrm>
            <a:off x="4703638" y="983523"/>
            <a:ext cx="4332850" cy="2597326"/>
          </a:xfrm>
          <a:prstGeom prst="rect">
            <a:avLst/>
          </a:prstGeom>
          <a:noFill/>
          <a:ln>
            <a:noFill/>
          </a:ln>
        </p:spPr>
      </p:pic>
      <p:sp>
        <p:nvSpPr>
          <p:cNvPr id="133" name="Google Shape;133;p22"/>
          <p:cNvSpPr txBox="1"/>
          <p:nvPr/>
        </p:nvSpPr>
        <p:spPr>
          <a:xfrm>
            <a:off x="128550" y="4573802"/>
            <a:ext cx="8886900" cy="4617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0"/>
              </a:spcBef>
              <a:spcAft>
                <a:spcPts val="0"/>
              </a:spcAft>
              <a:buClr>
                <a:schemeClr val="accent3"/>
              </a:buClr>
              <a:buSzPts val="1800"/>
              <a:buFont typeface="Proxima Nova"/>
              <a:buChar char="★"/>
            </a:pPr>
            <a:r>
              <a:rPr lang="en-GB" sz="1800">
                <a:solidFill>
                  <a:schemeClr val="accent3"/>
                </a:solidFill>
                <a:latin typeface="Proxima Nova"/>
                <a:ea typeface="Proxima Nova"/>
                <a:cs typeface="Proxima Nova"/>
                <a:sym typeface="Proxima Nova"/>
              </a:rPr>
              <a:t>Running on Intel Core i9-9880H — 8-core CPU (16 logical processors)</a:t>
            </a:r>
            <a:endParaRPr/>
          </a:p>
        </p:txBody>
      </p:sp>
      <p:sp>
        <p:nvSpPr>
          <p:cNvPr id="134" name="Google Shape;134;p22"/>
          <p:cNvSpPr txBox="1"/>
          <p:nvPr/>
        </p:nvSpPr>
        <p:spPr>
          <a:xfrm>
            <a:off x="107500" y="3719700"/>
            <a:ext cx="4332900" cy="794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1200"/>
              <a:t>Average runtime decreases as we increase the no. of threads. Increasing the number of threads has a greater impact at lower thread counts.</a:t>
            </a:r>
            <a:endParaRPr sz="12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3"/>
          <p:cNvSpPr/>
          <p:nvPr/>
        </p:nvSpPr>
        <p:spPr>
          <a:xfrm>
            <a:off x="5656525" y="125"/>
            <a:ext cx="3487800" cy="5143500"/>
          </a:xfrm>
          <a:prstGeom prst="rect">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140" name="Google Shape;140;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Task 3: OpenMP</a:t>
            </a:r>
            <a:endParaRPr/>
          </a:p>
        </p:txBody>
      </p:sp>
      <p:sp>
        <p:nvSpPr>
          <p:cNvPr id="141" name="Google Shape;141;p23"/>
          <p:cNvSpPr txBox="1"/>
          <p:nvPr>
            <p:ph idx="1" type="body"/>
          </p:nvPr>
        </p:nvSpPr>
        <p:spPr>
          <a:xfrm>
            <a:off x="311700" y="1152475"/>
            <a:ext cx="5344800" cy="3416400"/>
          </a:xfrm>
          <a:prstGeom prst="rect">
            <a:avLst/>
          </a:prstGeom>
        </p:spPr>
        <p:txBody>
          <a:bodyPr anchorCtr="0" anchor="t" bIns="91425" lIns="91425" spcFirstLastPara="1" rIns="91425" wrap="square" tIns="91425">
            <a:normAutofit fontScale="92500"/>
          </a:bodyPr>
          <a:lstStyle/>
          <a:p>
            <a:pPr indent="-334328" lvl="0" marL="457200" rtl="0" algn="l">
              <a:spcBef>
                <a:spcPts val="0"/>
              </a:spcBef>
              <a:spcAft>
                <a:spcPts val="0"/>
              </a:spcAft>
              <a:buSzPct val="100000"/>
              <a:buChar char="★"/>
            </a:pPr>
            <a:r>
              <a:rPr lang="en-GB"/>
              <a:t>Each thread goes in a queue to get a chunk of size 1000 to process.</a:t>
            </a:r>
            <a:endParaRPr/>
          </a:p>
          <a:p>
            <a:pPr indent="-334328" lvl="0" marL="457200" rtl="0" algn="l">
              <a:spcBef>
                <a:spcPts val="0"/>
              </a:spcBef>
              <a:spcAft>
                <a:spcPts val="0"/>
              </a:spcAft>
              <a:buSzPct val="100000"/>
              <a:buChar char="★"/>
            </a:pPr>
            <a:r>
              <a:rPr lang="en-GB"/>
              <a:t>The work is independent of other threads, meaning we can simply use the is_prime function unchanged on that range of numbers.</a:t>
            </a:r>
            <a:endParaRPr/>
          </a:p>
          <a:p>
            <a:pPr indent="-334328" lvl="0" marL="457200" rtl="0" algn="l">
              <a:spcBef>
                <a:spcPts val="0"/>
              </a:spcBef>
              <a:spcAft>
                <a:spcPts val="0"/>
              </a:spcAft>
              <a:buSzPct val="100000"/>
              <a:buChar char="★"/>
            </a:pPr>
            <a:r>
              <a:rPr lang="en-GB"/>
              <a:t>W</a:t>
            </a:r>
            <a:r>
              <a:rPr lang="en-GB"/>
              <a:t>e store primes in a direct-address table. (each index represents the prime, and we can set it to 0 or 1 depending on if it is a prime or not)</a:t>
            </a:r>
            <a:endParaRPr/>
          </a:p>
          <a:p>
            <a:pPr indent="-334328" lvl="0" marL="457200" rtl="0" algn="l">
              <a:spcBef>
                <a:spcPts val="0"/>
              </a:spcBef>
              <a:spcAft>
                <a:spcPts val="0"/>
              </a:spcAft>
              <a:buSzPct val="100000"/>
              <a:buChar char="★"/>
            </a:pPr>
            <a:r>
              <a:rPr lang="en-GB"/>
              <a:t>We loop through this array to execute the output.</a:t>
            </a:r>
            <a:endParaRPr/>
          </a:p>
          <a:p>
            <a:pPr indent="-334328" lvl="0" marL="457200" rtl="0" algn="l">
              <a:spcBef>
                <a:spcPts val="0"/>
              </a:spcBef>
              <a:spcAft>
                <a:spcPts val="0"/>
              </a:spcAft>
              <a:buSzPct val="100000"/>
              <a:buChar char="★"/>
            </a:pPr>
            <a:r>
              <a:rPr lang="en-GB"/>
              <a:t>Slight space efficiency cost (having to store an array of size sqrt(n))</a:t>
            </a:r>
            <a:endParaRPr/>
          </a:p>
        </p:txBody>
      </p:sp>
      <p:pic>
        <p:nvPicPr>
          <p:cNvPr id="142" name="Google Shape;142;p23"/>
          <p:cNvPicPr preferRelativeResize="0"/>
          <p:nvPr/>
        </p:nvPicPr>
        <p:blipFill>
          <a:blip r:embed="rId3">
            <a:alphaModFix/>
          </a:blip>
          <a:stretch>
            <a:fillRect/>
          </a:stretch>
        </p:blipFill>
        <p:spPr>
          <a:xfrm>
            <a:off x="5924900" y="795700"/>
            <a:ext cx="3103425" cy="1988525"/>
          </a:xfrm>
          <a:prstGeom prst="rect">
            <a:avLst/>
          </a:prstGeom>
          <a:noFill/>
          <a:ln>
            <a:noFill/>
          </a:ln>
        </p:spPr>
      </p:pic>
      <p:pic>
        <p:nvPicPr>
          <p:cNvPr id="143" name="Google Shape;143;p23"/>
          <p:cNvPicPr preferRelativeResize="0"/>
          <p:nvPr/>
        </p:nvPicPr>
        <p:blipFill>
          <a:blip r:embed="rId4">
            <a:alphaModFix/>
          </a:blip>
          <a:stretch>
            <a:fillRect/>
          </a:stretch>
        </p:blipFill>
        <p:spPr>
          <a:xfrm>
            <a:off x="5924900" y="3303212"/>
            <a:ext cx="3103425" cy="936463"/>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4"/>
          <p:cNvSpPr/>
          <p:nvPr/>
        </p:nvSpPr>
        <p:spPr>
          <a:xfrm>
            <a:off x="5656525" y="125"/>
            <a:ext cx="3487800" cy="5143500"/>
          </a:xfrm>
          <a:prstGeom prst="rect">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149" name="Google Shape;149;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Task 3: OpenMP syncronisation handling</a:t>
            </a:r>
            <a:endParaRPr/>
          </a:p>
        </p:txBody>
      </p:sp>
      <p:sp>
        <p:nvSpPr>
          <p:cNvPr id="150" name="Google Shape;150;p24"/>
          <p:cNvSpPr txBox="1"/>
          <p:nvPr>
            <p:ph idx="1" type="body"/>
          </p:nvPr>
        </p:nvSpPr>
        <p:spPr>
          <a:xfrm>
            <a:off x="311700" y="1152475"/>
            <a:ext cx="53448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Splits work (2, sqrt(n)) into chunks of 1000 size</a:t>
            </a:r>
            <a:endParaRPr/>
          </a:p>
          <a:p>
            <a:pPr indent="-342900" lvl="0" marL="457200" rtl="0" algn="l">
              <a:spcBef>
                <a:spcPts val="0"/>
              </a:spcBef>
              <a:spcAft>
                <a:spcPts val="0"/>
              </a:spcAft>
              <a:buSzPts val="1800"/>
              <a:buChar char="★"/>
            </a:pPr>
            <a:r>
              <a:rPr lang="en-GB"/>
              <a:t>As we are dynamically </a:t>
            </a:r>
            <a:r>
              <a:rPr lang="en-GB"/>
              <a:t>partitioning</a:t>
            </a:r>
            <a:r>
              <a:rPr lang="en-GB"/>
              <a:t>, as opposed to </a:t>
            </a:r>
            <a:r>
              <a:rPr lang="en-GB"/>
              <a:t>statically partitioning (Task 2), it is more difficult to synchronize the output</a:t>
            </a:r>
            <a:r>
              <a:rPr lang="en-GB"/>
              <a:t> in order</a:t>
            </a:r>
            <a:endParaRPr/>
          </a:p>
          <a:p>
            <a:pPr indent="-342900" lvl="0" marL="457200" rtl="0" algn="l">
              <a:spcBef>
                <a:spcPts val="0"/>
              </a:spcBef>
              <a:spcAft>
                <a:spcPts val="0"/>
              </a:spcAft>
              <a:buSzPts val="1800"/>
              <a:buChar char="★"/>
            </a:pPr>
            <a:r>
              <a:rPr lang="en-GB"/>
              <a:t>This allows us to not worry about </a:t>
            </a:r>
            <a:r>
              <a:rPr lang="en-GB"/>
              <a:t>synchronisation</a:t>
            </a:r>
            <a:r>
              <a:rPr lang="en-GB"/>
              <a:t> too much as positions in the array can be adjusted without caring about order, the order will be handled by a loop at the end.</a:t>
            </a:r>
            <a:endParaRPr/>
          </a:p>
        </p:txBody>
      </p:sp>
      <p:pic>
        <p:nvPicPr>
          <p:cNvPr id="151" name="Google Shape;151;p24"/>
          <p:cNvPicPr preferRelativeResize="0"/>
          <p:nvPr/>
        </p:nvPicPr>
        <p:blipFill>
          <a:blip r:embed="rId3">
            <a:alphaModFix/>
          </a:blip>
          <a:stretch>
            <a:fillRect/>
          </a:stretch>
        </p:blipFill>
        <p:spPr>
          <a:xfrm>
            <a:off x="6206300" y="65087"/>
            <a:ext cx="2626000" cy="50133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OpenMP - Comparison to serial &amp; Effect of n</a:t>
            </a:r>
            <a:endParaRPr/>
          </a:p>
        </p:txBody>
      </p:sp>
      <p:sp>
        <p:nvSpPr>
          <p:cNvPr id="157" name="Google Shape;157;p25"/>
          <p:cNvSpPr txBox="1"/>
          <p:nvPr>
            <p:ph idx="1" type="body"/>
          </p:nvPr>
        </p:nvSpPr>
        <p:spPr>
          <a:xfrm>
            <a:off x="311700" y="3789900"/>
            <a:ext cx="8757300" cy="12159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lang="en-GB"/>
              <a:t>Running on Apple M5 (10 core: 4 super, 6 efficiency)</a:t>
            </a:r>
            <a:endParaRPr/>
          </a:p>
          <a:p>
            <a:pPr indent="-305827" lvl="0" marL="457200" rtl="0" algn="l">
              <a:spcBef>
                <a:spcPts val="0"/>
              </a:spcBef>
              <a:spcAft>
                <a:spcPts val="0"/>
              </a:spcAft>
              <a:buSzPts val="1216"/>
              <a:buChar char="★"/>
            </a:pPr>
            <a:r>
              <a:rPr lang="en-GB" sz="1216"/>
              <a:t>Tested on values:   500,000    827,586    1,155,172   1,482,759   1,810,345, 2,137,931  2,465,517  2,793,103   3,120,690   3,448,27</a:t>
            </a:r>
            <a:r>
              <a:rPr lang="en-GB" sz="1216"/>
              <a:t>6, </a:t>
            </a:r>
            <a:r>
              <a:rPr lang="en-GB" sz="1216"/>
              <a:t>3,775,862  4,103,448  4,431,034   4,758,621   5,086,207, 5,413,793  5,741,379  6,068,966   6,396,552   6,724,138, 7,051,724  7,379,310  7,706,897   8,034,483   8,362,069, 8,689,655  9,017,241  9,344,828   9,672,414   10,000,000</a:t>
            </a:r>
            <a:endParaRPr sz="1216"/>
          </a:p>
        </p:txBody>
      </p:sp>
      <p:pic>
        <p:nvPicPr>
          <p:cNvPr id="158" name="Google Shape;158;p25"/>
          <p:cNvPicPr preferRelativeResize="0"/>
          <p:nvPr/>
        </p:nvPicPr>
        <p:blipFill>
          <a:blip r:embed="rId3">
            <a:alphaModFix/>
          </a:blip>
          <a:stretch>
            <a:fillRect/>
          </a:stretch>
        </p:blipFill>
        <p:spPr>
          <a:xfrm>
            <a:off x="152400" y="1170125"/>
            <a:ext cx="4287992" cy="2467374"/>
          </a:xfrm>
          <a:prstGeom prst="rect">
            <a:avLst/>
          </a:prstGeom>
          <a:noFill/>
          <a:ln>
            <a:noFill/>
          </a:ln>
        </p:spPr>
      </p:pic>
      <p:pic>
        <p:nvPicPr>
          <p:cNvPr id="159" name="Google Shape;159;p25"/>
          <p:cNvPicPr preferRelativeResize="0"/>
          <p:nvPr/>
        </p:nvPicPr>
        <p:blipFill>
          <a:blip r:embed="rId4">
            <a:alphaModFix/>
          </a:blip>
          <a:stretch>
            <a:fillRect/>
          </a:stretch>
        </p:blipFill>
        <p:spPr>
          <a:xfrm>
            <a:off x="4805592" y="1170125"/>
            <a:ext cx="4084567" cy="246737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GB" sz="2220"/>
              <a:t>Comparison between POSIX threads &amp; OpenMP implementation </a:t>
            </a:r>
            <a:endParaRPr sz="2220"/>
          </a:p>
        </p:txBody>
      </p:sp>
      <p:sp>
        <p:nvSpPr>
          <p:cNvPr id="165" name="Google Shape;165;p26"/>
          <p:cNvSpPr txBox="1"/>
          <p:nvPr>
            <p:ph idx="1" type="body"/>
          </p:nvPr>
        </p:nvSpPr>
        <p:spPr>
          <a:xfrm>
            <a:off x="311700" y="3789900"/>
            <a:ext cx="8757300" cy="12159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Running on Apple M5 (10 core: 4 super, 6 efficiency)</a:t>
            </a:r>
            <a:endParaRPr sz="1216"/>
          </a:p>
        </p:txBody>
      </p:sp>
      <p:pic>
        <p:nvPicPr>
          <p:cNvPr id="166" name="Google Shape;166;p26"/>
          <p:cNvPicPr preferRelativeResize="0"/>
          <p:nvPr/>
        </p:nvPicPr>
        <p:blipFill>
          <a:blip r:embed="rId3">
            <a:alphaModFix/>
          </a:blip>
          <a:stretch>
            <a:fillRect/>
          </a:stretch>
        </p:blipFill>
        <p:spPr>
          <a:xfrm>
            <a:off x="152400" y="1170125"/>
            <a:ext cx="4500792" cy="2382772"/>
          </a:xfrm>
          <a:prstGeom prst="rect">
            <a:avLst/>
          </a:prstGeom>
          <a:noFill/>
          <a:ln>
            <a:noFill/>
          </a:ln>
        </p:spPr>
      </p:pic>
      <p:pic>
        <p:nvPicPr>
          <p:cNvPr id="167" name="Google Shape;167;p26"/>
          <p:cNvPicPr preferRelativeResize="0"/>
          <p:nvPr/>
        </p:nvPicPr>
        <p:blipFill>
          <a:blip r:embed="rId4">
            <a:alphaModFix/>
          </a:blip>
          <a:stretch>
            <a:fillRect/>
          </a:stretch>
        </p:blipFill>
        <p:spPr>
          <a:xfrm>
            <a:off x="4805592" y="1170125"/>
            <a:ext cx="4151955" cy="246737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Raw data for Task 2</a:t>
            </a:r>
            <a:endParaRPr/>
          </a:p>
          <a:p>
            <a:pPr indent="0" lvl="0" marL="0" rtl="0" algn="l">
              <a:spcBef>
                <a:spcPts val="0"/>
              </a:spcBef>
              <a:spcAft>
                <a:spcPts val="0"/>
              </a:spcAft>
              <a:buNone/>
            </a:pPr>
            <a:r>
              <a:t/>
            </a:r>
            <a:endParaRPr/>
          </a:p>
        </p:txBody>
      </p:sp>
      <p:pic>
        <p:nvPicPr>
          <p:cNvPr id="173" name="Google Shape;173;p27" title="Screenshot 2026-08-21 at 12.58.12.png"/>
          <p:cNvPicPr preferRelativeResize="0"/>
          <p:nvPr/>
        </p:nvPicPr>
        <p:blipFill>
          <a:blip r:embed="rId3">
            <a:alphaModFix/>
          </a:blip>
          <a:stretch>
            <a:fillRect/>
          </a:stretch>
        </p:blipFill>
        <p:spPr>
          <a:xfrm>
            <a:off x="6505474" y="221750"/>
            <a:ext cx="2494150" cy="4700001"/>
          </a:xfrm>
          <a:prstGeom prst="rect">
            <a:avLst/>
          </a:prstGeom>
          <a:noFill/>
          <a:ln>
            <a:noFill/>
          </a:ln>
        </p:spPr>
      </p:pic>
      <p:pic>
        <p:nvPicPr>
          <p:cNvPr id="174" name="Google Shape;174;p27" title="Screenshot 2026-08-21 at 12.58.29.png"/>
          <p:cNvPicPr preferRelativeResize="0"/>
          <p:nvPr/>
        </p:nvPicPr>
        <p:blipFill>
          <a:blip r:embed="rId4">
            <a:alphaModFix/>
          </a:blip>
          <a:stretch>
            <a:fillRect/>
          </a:stretch>
        </p:blipFill>
        <p:spPr>
          <a:xfrm>
            <a:off x="161200" y="1518050"/>
            <a:ext cx="6219925" cy="34037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pearmint">
  <a:themeElements>
    <a:clrScheme name="Spearmint">
      <a:dk1>
        <a:srgbClr val="202729"/>
      </a:dk1>
      <a:lt1>
        <a:srgbClr val="FFFFFF"/>
      </a:lt1>
      <a:dk2>
        <a:srgbClr val="4BA173"/>
      </a:dk2>
      <a:lt2>
        <a:srgbClr val="63D297"/>
      </a:lt2>
      <a:accent1>
        <a:srgbClr val="353744"/>
      </a:accent1>
      <a:accent2>
        <a:srgbClr val="424242"/>
      </a:accent2>
      <a:accent3>
        <a:srgbClr val="616161"/>
      </a:accent3>
      <a:accent4>
        <a:srgbClr val="999999"/>
      </a:accent4>
      <a:accent5>
        <a:srgbClr val="FF5252"/>
      </a:accent5>
      <a:accent6>
        <a:srgbClr val="FFF176"/>
      </a:accent6>
      <a:hlink>
        <a:srgbClr val="FF5252"/>
      </a:hlink>
      <a:folHlink>
        <a:srgbClr val="FF525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